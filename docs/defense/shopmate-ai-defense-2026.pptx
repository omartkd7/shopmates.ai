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9d60f31a2e4780" /><Relationship Type="http://schemas.openxmlformats.org/officeDocument/2006/relationships/extended-properties" Target="/docProps/app.xml" Id="R65e0e703fde74f67" /><Relationship Type="http://schemas.openxmlformats.org/officeDocument/2006/relationships/officeDocument" Target="/ppt/presentation.xml" Id="R8d552334ae9748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d79c89fa134005"/>
  </p:sldMasterIdLst>
  <p:notesMasterIdLst>
    <p:notesMasterId xmlns:r="http://schemas.openxmlformats.org/officeDocument/2006/relationships" r:id="R6922fa3050624f16"/>
  </p:notesMasterIdLst>
  <p:sldIdLst>
    <p:sldId xmlns:r="http://schemas.openxmlformats.org/officeDocument/2006/relationships" id="256" r:id="Red98212c8015452e"/>
    <p:sldId xmlns:r="http://schemas.openxmlformats.org/officeDocument/2006/relationships" id="257" r:id="R965622918d284d8c"/>
    <p:sldId xmlns:r="http://schemas.openxmlformats.org/officeDocument/2006/relationships" id="258" r:id="Rd6cc6d934a9c4acb"/>
    <p:sldId xmlns:r="http://schemas.openxmlformats.org/officeDocument/2006/relationships" id="259" r:id="R8ef35e56491e431e"/>
    <p:sldId xmlns:r="http://schemas.openxmlformats.org/officeDocument/2006/relationships" id="260" r:id="R6e581cc740aa4d63"/>
    <p:sldId xmlns:r="http://schemas.openxmlformats.org/officeDocument/2006/relationships" id="261" r:id="Rbc6175d6ba68402e"/>
    <p:sldId xmlns:r="http://schemas.openxmlformats.org/officeDocument/2006/relationships" id="262" r:id="R9e315a7d8df0458b"/>
    <p:sldId xmlns:r="http://schemas.openxmlformats.org/officeDocument/2006/relationships" id="263" r:id="Raff8b341712247df"/>
    <p:sldId xmlns:r="http://schemas.openxmlformats.org/officeDocument/2006/relationships" id="264" r:id="Rb4a7ad7fb42d48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c1b5f7a07e439c" /><Relationship Type="http://schemas.openxmlformats.org/officeDocument/2006/relationships/slideMaster" Target="/ppt/slideMasters/slideMaster1.xml" Id="R93d79c89fa134005" /><Relationship Type="http://schemas.openxmlformats.org/officeDocument/2006/relationships/notesMaster" Target="/ppt/notesMasters/notesMaster1.xml" Id="R6922fa3050624f16" /><Relationship Type="http://schemas.openxmlformats.org/officeDocument/2006/relationships/presProps" Target="/ppt/presProps.xml" Id="R7652d17fc55f4619" /><Relationship Type="http://schemas.openxmlformats.org/officeDocument/2006/relationships/tableStyles" Target="/ppt/tableStyles.xml" Id="R23f1701b5db74c25" /><Relationship Type="http://schemas.openxmlformats.org/officeDocument/2006/relationships/slide" Target="/ppt/slides/slide1.xml" Id="Red98212c8015452e" /><Relationship Type="http://schemas.openxmlformats.org/officeDocument/2006/relationships/slide" Target="/ppt/slides/slide2.xml" Id="R965622918d284d8c" /><Relationship Type="http://schemas.openxmlformats.org/officeDocument/2006/relationships/slide" Target="/ppt/slides/slide3.xml" Id="Rd6cc6d934a9c4acb" /><Relationship Type="http://schemas.openxmlformats.org/officeDocument/2006/relationships/slide" Target="/ppt/slides/slide4.xml" Id="R8ef35e56491e431e" /><Relationship Type="http://schemas.openxmlformats.org/officeDocument/2006/relationships/slide" Target="/ppt/slides/slide5.xml" Id="R6e581cc740aa4d63" /><Relationship Type="http://schemas.openxmlformats.org/officeDocument/2006/relationships/slide" Target="/ppt/slides/slide6.xml" Id="Rbc6175d6ba68402e" /><Relationship Type="http://schemas.openxmlformats.org/officeDocument/2006/relationships/slide" Target="/ppt/slides/slide7.xml" Id="R9e315a7d8df0458b" /><Relationship Type="http://schemas.openxmlformats.org/officeDocument/2006/relationships/slide" Target="/ppt/slides/slide8.xml" Id="Raff8b341712247df" /><Relationship Type="http://schemas.openxmlformats.org/officeDocument/2006/relationships/slide" Target="/ppt/slides/slide9.xml" Id="Rb4a7ad7fb42d48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0f5f1978254f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f98e24fb9b4631" /><Relationship Type="http://schemas.openxmlformats.org/officeDocument/2006/relationships/notesMaster" Target="/ppt/notesMasters/notesMaster1.xml" Id="Ra1927112a99449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1adba468ad4727" /><Relationship Type="http://schemas.openxmlformats.org/officeDocument/2006/relationships/notesMaster" Target="/ppt/notesMasters/notesMaster1.xml" Id="R9bbf3903dbdb45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8d0ecff13e4c6c" /><Relationship Type="http://schemas.openxmlformats.org/officeDocument/2006/relationships/notesMaster" Target="/ppt/notesMasters/notesMaster1.xml" Id="R7800ee1c3c3948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29e2e4386a49d8" /><Relationship Type="http://schemas.openxmlformats.org/officeDocument/2006/relationships/notesMaster" Target="/ppt/notesMasters/notesMaster1.xml" Id="R6486a436c2c34b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5088fd2e4d45d2" /><Relationship Type="http://schemas.openxmlformats.org/officeDocument/2006/relationships/notesMaster" Target="/ppt/notesMasters/notesMaster1.xml" Id="R8a6466905b6a4e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1dd14a522b4484" /><Relationship Type="http://schemas.openxmlformats.org/officeDocument/2006/relationships/notesMaster" Target="/ppt/notesMasters/notesMaster1.xml" Id="Rc0e9cff77df742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43c6b12e594ac8" /><Relationship Type="http://schemas.openxmlformats.org/officeDocument/2006/relationships/notesMaster" Target="/ppt/notesMasters/notesMaster1.xml" Id="Rd218c525d4d54d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041be9a594452e" /><Relationship Type="http://schemas.openxmlformats.org/officeDocument/2006/relationships/notesMaster" Target="/ppt/notesMasters/notesMaster1.xml" Id="R9fc9f99efc3f4d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2e76b5fd694e28" /><Relationship Type="http://schemas.openxmlformats.org/officeDocument/2006/relationships/notesMaster" Target="/ppt/notesMasters/notesMaster1.xml" Id="R138107221eb44d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cabe38d07f4e3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0b5793fe5b4b0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54fd2a4b07480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f7dc50718c450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84b3ef98b14e7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d75b6bf99d43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C59E13-8CD0-442C-A29E-4F3FD87600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5AC970E-3846-4AA4-A69F-A65DA0649E5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34C2431-7A4C-47BF-9431-37688B548F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3644EE-808F-428F-B7A7-718905493D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EDACE2D-3FE2-4AEE-8997-47D7331598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CE1D460-457C-4671-B21F-D52313595C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2781FA-ABC6-4DC5-8F0A-64EC8D884D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33F6908-0ADD-408C-AB3E-737D29CB57D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E2FCD4-8E1E-455B-A379-D1B738726A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A17D2D6-34AF-4DB7-8702-4507E2C88F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7b2e454f124a1c" /><Relationship Type="http://schemas.openxmlformats.org/officeDocument/2006/relationships/slideLayout" Target="/ppt/slideLayouts/slideLayout1.xml" Id="R47c2e6eb24bd405f" /><Relationship Type="http://schemas.openxmlformats.org/officeDocument/2006/relationships/slideLayout" Target="/ppt/slideLayouts/slideLayout2.xml" Id="R2a5d1fde540b4642" /><Relationship Type="http://schemas.openxmlformats.org/officeDocument/2006/relationships/slideLayout" Target="/ppt/slideLayouts/slideLayout3.xml" Id="R427bff0fabaf4409" /><Relationship Type="http://schemas.openxmlformats.org/officeDocument/2006/relationships/slideLayout" Target="/ppt/slideLayouts/slideLayout4.xml" Id="R8d788d6b28d74b15" /><Relationship Type="http://schemas.openxmlformats.org/officeDocument/2006/relationships/slideLayout" Target="/ppt/slideLayouts/slideLayout5.xml" Id="Rd7f0cecb96914752" /><Relationship Type="http://schemas.openxmlformats.org/officeDocument/2006/relationships/slideLayout" Target="/ppt/slideLayouts/slideLayout6.xml" Id="R84526a6c000140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c2e6eb24bd405f"/>
    <p:sldLayoutId xmlns:r="http://schemas.openxmlformats.org/officeDocument/2006/relationships" id="2147483650" r:id="R2a5d1fde540b4642"/>
    <p:sldLayoutId xmlns:r="http://schemas.openxmlformats.org/officeDocument/2006/relationships" id="2147483651" r:id="R427bff0fabaf4409"/>
    <p:sldLayoutId xmlns:r="http://schemas.openxmlformats.org/officeDocument/2006/relationships" id="2147483652" r:id="R8d788d6b28d74b15"/>
    <p:sldLayoutId xmlns:r="http://schemas.openxmlformats.org/officeDocument/2006/relationships" id="2147483653" r:id="Rd7f0cecb96914752"/>
    <p:sldLayoutId xmlns:r="http://schemas.openxmlformats.org/officeDocument/2006/relationships" id="2147483654" r:id="R84526a6c000140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734158ed004eb6" /><Relationship Type="http://schemas.openxmlformats.org/officeDocument/2006/relationships/notesSlide" Target="/ppt/notesSlides/notesSlide1.xml" Id="R735d3a3ba6b74b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b86853547c4a60" /><Relationship Type="http://schemas.openxmlformats.org/officeDocument/2006/relationships/notesSlide" Target="/ppt/notesSlides/notesSlide2.xml" Id="R520625904a1e4b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3b90b840f2493f" /><Relationship Type="http://schemas.openxmlformats.org/officeDocument/2006/relationships/notesSlide" Target="/ppt/notesSlides/notesSlide3.xml" Id="Rde1465f819f647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dade1f89f4448a" /><Relationship Type="http://schemas.openxmlformats.org/officeDocument/2006/relationships/notesSlide" Target="/ppt/notesSlides/notesSlide4.xml" Id="R14710c2ed07847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66113015c141bf" /><Relationship Type="http://schemas.openxmlformats.org/officeDocument/2006/relationships/notesSlide" Target="/ppt/notesSlides/notesSlide5.xml" Id="Rdd0edaf1910c47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5476fe7b854f70" /><Relationship Type="http://schemas.openxmlformats.org/officeDocument/2006/relationships/notesSlide" Target="/ppt/notesSlides/notesSlide6.xml" Id="R6cd970616f364f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1387e8bfdd40fb" /><Relationship Type="http://schemas.openxmlformats.org/officeDocument/2006/relationships/notesSlide" Target="/ppt/notesSlides/notesSlide7.xml" Id="R03f8f63b3ec74a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b292a3cd544fe0" /><Relationship Type="http://schemas.openxmlformats.org/officeDocument/2006/relationships/notesSlide" Target="/ppt/notesSlides/notesSlide8.xml" Id="R2d689e432eb443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a6ab4ccb5c447a" /><Relationship Type="http://schemas.openxmlformats.org/officeDocument/2006/relationships/notesSlide" Target="/ppt/notesSlides/notesSlide9.xml" Id="R88233e6b465143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0DB57C-8504-4DC0-9744-30035077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61925" cy="510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6B3D"/>
          </a:solidFill>
          <a:ln xmlns:a="http://schemas.openxmlformats.org/drawingml/2006/main" w="9525">
            <a:solidFill>
              <a:srgbClr val="D66B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166BE-BFD0-45D1-9A32-770992F6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763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D66B3D"/>
                </a:solidFill>
              </a:defRPr>
            </a:defPPr>
            <a:lvl1pPr>
              <a:defRPr sz="1125" b="1">
                <a:solidFill>
                  <a:srgbClr val="D66B3D"/>
                </a:solidFill>
              </a:defRPr>
            </a:lvl1pPr>
            <a:lvl2pPr>
              <a:defRPr sz="1125" b="1">
                <a:solidFill>
                  <a:srgbClr val="D66B3D"/>
                </a:solidFill>
              </a:defRPr>
            </a:lvl2pPr>
            <a:lvl3pPr>
              <a:defRPr sz="1125" b="1">
                <a:solidFill>
                  <a:srgbClr val="D66B3D"/>
                </a:solidFill>
              </a:defRPr>
            </a:lvl3pPr>
            <a:lvl4pPr>
              <a:defRPr sz="1125" b="1">
                <a:solidFill>
                  <a:srgbClr val="D66B3D"/>
                </a:solidFill>
              </a:defRPr>
            </a:lvl4pPr>
            <a:lvl5pPr>
              <a:defRPr sz="1125" b="1">
                <a:solidFill>
                  <a:srgbClr val="D66B3D"/>
                </a:solidFill>
              </a:defRPr>
            </a:lvl5pPr>
            <a:lvl6pPr>
              <a:defRPr sz="1125" b="1">
                <a:solidFill>
                  <a:srgbClr val="D66B3D"/>
                </a:solidFill>
              </a:defRPr>
            </a:lvl6pPr>
            <a:lvl7pPr>
              <a:defRPr sz="1125" b="1">
                <a:solidFill>
                  <a:srgbClr val="D66B3D"/>
                </a:solidFill>
              </a:defRPr>
            </a:lvl7pPr>
            <a:lvl8pPr>
              <a:defRPr sz="1125" b="1">
                <a:solidFill>
                  <a:srgbClr val="D66B3D"/>
                </a:solidFill>
              </a:defRPr>
            </a:lvl8pPr>
            <a:lvl9pPr>
              <a:defRPr sz="1125" b="1">
                <a:solidFill>
                  <a:srgbClr val="D66B3D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D66B3D"/>
                </a:solidFill>
              </a:defRPr>
            </a:pPr>
            <a:r>
              <a:rPr sz="1125" b="1">
                <a:solidFill>
                  <a:srgbClr val="D66B3D"/>
                </a:solidFill>
              </a:rPr>
              <a:t>SHOPMATE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19D78-EAEC-4007-A0D0-EF1E6865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581150"/>
            <a:ext cx="7524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5261F"/>
                </a:solidFill>
              </a:defRPr>
            </a:defPPr>
            <a:lvl1pPr>
              <a:defRPr sz="3900" b="1">
                <a:solidFill>
                  <a:srgbClr val="15261F"/>
                </a:solidFill>
              </a:defRPr>
            </a:lvl1pPr>
            <a:lvl2pPr>
              <a:defRPr sz="3900" b="1">
                <a:solidFill>
                  <a:srgbClr val="15261F"/>
                </a:solidFill>
              </a:defRPr>
            </a:lvl2pPr>
            <a:lvl3pPr>
              <a:defRPr sz="3900" b="1">
                <a:solidFill>
                  <a:srgbClr val="15261F"/>
                </a:solidFill>
              </a:defRPr>
            </a:lvl3pPr>
            <a:lvl4pPr>
              <a:defRPr sz="3900" b="1">
                <a:solidFill>
                  <a:srgbClr val="15261F"/>
                </a:solidFill>
              </a:defRPr>
            </a:lvl4pPr>
            <a:lvl5pPr>
              <a:defRPr sz="3900" b="1">
                <a:solidFill>
                  <a:srgbClr val="15261F"/>
                </a:solidFill>
              </a:defRPr>
            </a:lvl5pPr>
            <a:lvl6pPr>
              <a:defRPr sz="3900" b="1">
                <a:solidFill>
                  <a:srgbClr val="15261F"/>
                </a:solidFill>
              </a:defRPr>
            </a:lvl6pPr>
            <a:lvl7pPr>
              <a:defRPr sz="3900" b="1">
                <a:solidFill>
                  <a:srgbClr val="15261F"/>
                </a:solidFill>
              </a:defRPr>
            </a:lvl7pPr>
            <a:lvl8pPr>
              <a:defRPr sz="3900" b="1">
                <a:solidFill>
                  <a:srgbClr val="15261F"/>
                </a:solidFill>
              </a:defRPr>
            </a:lvl8pPr>
            <a:lvl9pPr>
              <a:defRPr sz="3900" b="1">
                <a:solidFill>
                  <a:srgbClr val="15261F"/>
                </a:solidFill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5261F"/>
                </a:solidFill>
              </a:defRPr>
            </a:pPr>
            <a:r>
              <a:rPr sz="3900" b="1">
                <a:solidFill>
                  <a:srgbClr val="15261F"/>
                </a:solidFill>
              </a:rPr>
              <a:t>Mobile e-commerce</a:t>
            </a:r>
          </a:p>
          <a:p xmlns:a="http://schemas.openxmlformats.org/drawingml/2006/main">
            <a:pPr>
              <a:defRPr sz="3900" b="1">
                <a:solidFill>
                  <a:srgbClr val="15261F"/>
                </a:solidFill>
              </a:defRPr>
            </a:pPr>
            <a:r>
              <a:rPr sz="3900" b="1">
                <a:solidFill>
                  <a:srgbClr val="15261F"/>
                </a:solidFill>
              </a:rPr>
              <a:t>with a safe AI assistant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2A986-2D89-4B63-A5CA-A5DC757A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F6B4F"/>
                </a:solidFill>
              </a:defRPr>
            </a:defPPr>
            <a:lvl1pPr>
              <a:defRPr sz="1875" b="1">
                <a:solidFill>
                  <a:srgbClr val="2F6B4F"/>
                </a:solidFill>
              </a:defRPr>
            </a:lvl1pPr>
            <a:lvl2pPr>
              <a:defRPr sz="1875" b="1">
                <a:solidFill>
                  <a:srgbClr val="2F6B4F"/>
                </a:solidFill>
              </a:defRPr>
            </a:lvl2pPr>
            <a:lvl3pPr>
              <a:defRPr sz="1875" b="1">
                <a:solidFill>
                  <a:srgbClr val="2F6B4F"/>
                </a:solidFill>
              </a:defRPr>
            </a:lvl3pPr>
            <a:lvl4pPr>
              <a:defRPr sz="1875" b="1">
                <a:solidFill>
                  <a:srgbClr val="2F6B4F"/>
                </a:solidFill>
              </a:defRPr>
            </a:lvl4pPr>
            <a:lvl5pPr>
              <a:defRPr sz="1875" b="1">
                <a:solidFill>
                  <a:srgbClr val="2F6B4F"/>
                </a:solidFill>
              </a:defRPr>
            </a:lvl5pPr>
            <a:lvl6pPr>
              <a:defRPr sz="1875" b="1">
                <a:solidFill>
                  <a:srgbClr val="2F6B4F"/>
                </a:solidFill>
              </a:defRPr>
            </a:lvl6pPr>
            <a:lvl7pPr>
              <a:defRPr sz="1875" b="1">
                <a:solidFill>
                  <a:srgbClr val="2F6B4F"/>
                </a:solidFill>
              </a:defRPr>
            </a:lvl7pPr>
            <a:lvl8pPr>
              <a:defRPr sz="1875" b="1">
                <a:solidFill>
                  <a:srgbClr val="2F6B4F"/>
                </a:solidFill>
              </a:defRPr>
            </a:lvl8pPr>
            <a:lvl9pPr>
              <a:defRPr sz="1875" b="1">
                <a:solidFill>
                  <a:srgbClr val="2F6B4F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F6B4F"/>
                </a:solidFill>
              </a:defRPr>
            </a:pPr>
            <a:r>
              <a:rPr sz="1875" b="1">
                <a:solidFill>
                  <a:srgbClr val="2F6B4F"/>
                </a:solidFill>
              </a:rPr>
              <a:t>Fil Rouge — Mobile Augmented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507A5E-468E-4BD2-A0F9-BCF8B52A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3382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756D"/>
                </a:solidFill>
              </a:defRPr>
            </a:defPPr>
            <a:lvl1pPr>
              <a:defRPr sz="1350" b="0">
                <a:solidFill>
                  <a:srgbClr val="66756D"/>
                </a:solidFill>
              </a:defRPr>
            </a:lvl1pPr>
            <a:lvl2pPr>
              <a:defRPr sz="1350" b="0">
                <a:solidFill>
                  <a:srgbClr val="66756D"/>
                </a:solidFill>
              </a:defRPr>
            </a:lvl2pPr>
            <a:lvl3pPr>
              <a:defRPr sz="1350" b="0">
                <a:solidFill>
                  <a:srgbClr val="66756D"/>
                </a:solidFill>
              </a:defRPr>
            </a:lvl3pPr>
            <a:lvl4pPr>
              <a:defRPr sz="1350" b="0">
                <a:solidFill>
                  <a:srgbClr val="66756D"/>
                </a:solidFill>
              </a:defRPr>
            </a:lvl4pPr>
            <a:lvl5pPr>
              <a:defRPr sz="1350" b="0">
                <a:solidFill>
                  <a:srgbClr val="66756D"/>
                </a:solidFill>
              </a:defRPr>
            </a:lvl5pPr>
            <a:lvl6pPr>
              <a:defRPr sz="1350" b="0">
                <a:solidFill>
                  <a:srgbClr val="66756D"/>
                </a:solidFill>
              </a:defRPr>
            </a:lvl6pPr>
            <a:lvl7pPr>
              <a:defRPr sz="1350" b="0">
                <a:solidFill>
                  <a:srgbClr val="66756D"/>
                </a:solidFill>
              </a:defRPr>
            </a:lvl7pPr>
            <a:lvl8pPr>
              <a:defRPr sz="1350" b="0">
                <a:solidFill>
                  <a:srgbClr val="66756D"/>
                </a:solidFill>
              </a:defRPr>
            </a:lvl8pPr>
            <a:lvl9pPr>
              <a:defRPr sz="1350" b="0">
                <a:solidFill>
                  <a:srgbClr val="66756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756D"/>
                </a:solidFill>
              </a:defRPr>
            </a:pPr>
            <a:r>
              <a:rPr sz="1350" b="0">
                <a:solidFill>
                  <a:srgbClr val="66756D"/>
                </a:solidFill>
              </a:rPr>
              <a:t>Omar Fahid  |  Defense preparation  |  24 October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42A65-7B58-4E71-AE7D-E61879C8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238250"/>
            <a:ext cx="2238375" cy="3714750"/>
          </a:xfrm>
          <a:prstGeom xmlns:a="http://schemas.openxmlformats.org/drawingml/2006/main" prst="roundRect">
            <a:avLst>
              <a:gd name="adj" fmla="val 6809"/>
            </a:avLst>
          </a:prstGeom>
          <a:solidFill xmlns:a="http://schemas.openxmlformats.org/drawingml/2006/main">
            <a:srgbClr val="2F6B4F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E4535F-6C1E-4DED-A2D7-8B838CB1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14500"/>
            <a:ext cx="1600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FFFF"/>
                </a:solidFill>
              </a:defRPr>
            </a:defPPr>
            <a:lvl1pPr>
              <a:defRPr sz="2100" b="1">
                <a:solidFill>
                  <a:srgbClr val="FFFFFF"/>
                </a:solidFill>
              </a:defRPr>
            </a:lvl1pPr>
            <a:lvl2pPr>
              <a:defRPr sz="2100" b="1">
                <a:solidFill>
                  <a:srgbClr val="FFFFFF"/>
                </a:solidFill>
              </a:defRPr>
            </a:lvl2pPr>
            <a:lvl3pPr>
              <a:defRPr sz="2100" b="1">
                <a:solidFill>
                  <a:srgbClr val="FFFFFF"/>
                </a:solidFill>
              </a:defRPr>
            </a:lvl3pPr>
            <a:lvl4pPr>
              <a:defRPr sz="2100" b="1">
                <a:solidFill>
                  <a:srgbClr val="FFFFFF"/>
                </a:solidFill>
              </a:defRPr>
            </a:lvl4pPr>
            <a:lvl5pPr>
              <a:defRPr sz="2100" b="1">
                <a:solidFill>
                  <a:srgbClr val="FFFFFF"/>
                </a:solidFill>
              </a:defRPr>
            </a:lvl5pPr>
            <a:lvl6pPr>
              <a:defRPr sz="2100" b="1">
                <a:solidFill>
                  <a:srgbClr val="FFFFFF"/>
                </a:solidFill>
              </a:defRPr>
            </a:lvl6pPr>
            <a:lvl7pPr>
              <a:defRPr sz="2100" b="1">
                <a:solidFill>
                  <a:srgbClr val="FFFFFF"/>
                </a:solidFill>
              </a:defRPr>
            </a:lvl7pPr>
            <a:lvl8pPr>
              <a:defRPr sz="2100" b="1">
                <a:solidFill>
                  <a:srgbClr val="FFFFFF"/>
                </a:solidFill>
              </a:defRPr>
            </a:lvl8pPr>
            <a:lvl9pPr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Customer</a:t>
            </a:r>
          </a:p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chat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FC89E3-0E28-4A19-AAAB-B1B19765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647950"/>
            <a:ext cx="1619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9D8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574639-228E-4E8C-ADE3-3FAFBF96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24175"/>
            <a:ext cx="166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1E7D4"/>
                </a:solidFill>
              </a:defRPr>
            </a:defPPr>
            <a:lvl1pPr>
              <a:defRPr sz="2100" b="1">
                <a:solidFill>
                  <a:srgbClr val="F1E7D4"/>
                </a:solidFill>
              </a:defRPr>
            </a:lvl1pPr>
            <a:lvl2pPr>
              <a:defRPr sz="2100" b="1">
                <a:solidFill>
                  <a:srgbClr val="F1E7D4"/>
                </a:solidFill>
              </a:defRPr>
            </a:lvl2pPr>
            <a:lvl3pPr>
              <a:defRPr sz="2100" b="1">
                <a:solidFill>
                  <a:srgbClr val="F1E7D4"/>
                </a:solidFill>
              </a:defRPr>
            </a:lvl3pPr>
            <a:lvl4pPr>
              <a:defRPr sz="2100" b="1">
                <a:solidFill>
                  <a:srgbClr val="F1E7D4"/>
                </a:solidFill>
              </a:defRPr>
            </a:lvl4pPr>
            <a:lvl5pPr>
              <a:defRPr sz="2100" b="1">
                <a:solidFill>
                  <a:srgbClr val="F1E7D4"/>
                </a:solidFill>
              </a:defRPr>
            </a:lvl5pPr>
            <a:lvl6pPr>
              <a:defRPr sz="2100" b="1">
                <a:solidFill>
                  <a:srgbClr val="F1E7D4"/>
                </a:solidFill>
              </a:defRPr>
            </a:lvl6pPr>
            <a:lvl7pPr>
              <a:defRPr sz="2100" b="1">
                <a:solidFill>
                  <a:srgbClr val="F1E7D4"/>
                </a:solidFill>
              </a:defRPr>
            </a:lvl7pPr>
            <a:lvl8pPr>
              <a:defRPr sz="2100" b="1">
                <a:solidFill>
                  <a:srgbClr val="F1E7D4"/>
                </a:solidFill>
              </a:defRPr>
            </a:lvl8pPr>
            <a:lvl9pPr>
              <a:defRPr sz="2100" b="1">
                <a:solidFill>
                  <a:srgbClr val="F1E7D4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1E7D4"/>
                </a:solidFill>
              </a:defRPr>
            </a:pPr>
            <a:r>
              <a:rPr sz="2100" b="1">
                <a:solidFill>
                  <a:srgbClr val="F1E7D4"/>
                </a:solidFill>
              </a:rPr>
              <a:t>Live stock</a:t>
            </a:r>
          </a:p>
          <a:p xmlns:a="http://schemas.openxmlformats.org/drawingml/2006/main">
            <a:pPr>
              <a:defRPr sz="2100" b="1">
                <a:solidFill>
                  <a:srgbClr val="F1E7D4"/>
                </a:solidFill>
              </a:defRPr>
            </a:pPr>
            <a:r>
              <a:rPr sz="2100" b="1">
                <a:solidFill>
                  <a:srgbClr val="F1E7D4"/>
                </a:solidFill>
              </a:rPr>
              <a:t>and price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387B11-7A89-415C-B049-95F39BEE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829050"/>
            <a:ext cx="1619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9D8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A9CE06-C612-4EFD-91DF-E38F9102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05275"/>
            <a:ext cx="1666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</a:defRPr>
            </a:defPPr>
            <a:lvl1pPr>
              <a:defRPr sz="1800" b="1">
                <a:solidFill>
                  <a:srgbClr val="FFFFFF"/>
                </a:solidFill>
              </a:defRPr>
            </a:lvl1pPr>
            <a:lvl2pPr>
              <a:defRPr sz="1800" b="1">
                <a:solidFill>
                  <a:srgbClr val="FFFFFF"/>
                </a:solidFill>
              </a:defRPr>
            </a:lvl2pPr>
            <a:lvl3pPr>
              <a:defRPr sz="1800" b="1">
                <a:solidFill>
                  <a:srgbClr val="FFFFFF"/>
                </a:solidFill>
              </a:defRPr>
            </a:lvl3pPr>
            <a:lvl4pPr>
              <a:defRPr sz="1800" b="1">
                <a:solidFill>
                  <a:srgbClr val="FFFFFF"/>
                </a:solidFill>
              </a:defRPr>
            </a:lvl4pPr>
            <a:lvl5pPr>
              <a:defRPr sz="1800" b="1">
                <a:solidFill>
                  <a:srgbClr val="FFFFFF"/>
                </a:solidFill>
              </a:defRPr>
            </a:lvl5pPr>
            <a:lvl6pPr>
              <a:defRPr sz="1800" b="1">
                <a:solidFill>
                  <a:srgbClr val="FFFFFF"/>
                </a:solidFill>
              </a:defRPr>
            </a:lvl6pPr>
            <a:lvl7pPr>
              <a:defRPr sz="1800" b="1">
                <a:solidFill>
                  <a:srgbClr val="FFFFFF"/>
                </a:solidFill>
              </a:defRPr>
            </a:lvl7pPr>
            <a:lvl8pPr>
              <a:defRPr sz="1800" b="1">
                <a:solidFill>
                  <a:srgbClr val="FFFFFF"/>
                </a:solidFill>
              </a:defRPr>
            </a:lvl8pPr>
            <a:lvl9pPr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COD order</a:t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with confirmation</a:t>
            </a:r>
          </a:p>
        </p:txBody>
      </p:sp>
    </p:spTree>
    <p:extLst>
      <p:ext uri="{BB962C8B-B14F-4D97-AF65-F5344CB8AC3E}">
        <p14:creationId xmlns:p14="http://schemas.microsoft.com/office/powerpoint/2010/main" val="17809669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CFB119-5F09-495E-9DF4-243294AF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66B3D"/>
                </a:solidFill>
              </a:defRPr>
            </a:defPPr>
            <a:lvl1pPr>
              <a:defRPr sz="975" b="1">
                <a:solidFill>
                  <a:srgbClr val="D66B3D"/>
                </a:solidFill>
              </a:defRPr>
            </a:lvl1pPr>
            <a:lvl2pPr>
              <a:defRPr sz="975" b="1">
                <a:solidFill>
                  <a:srgbClr val="D66B3D"/>
                </a:solidFill>
              </a:defRPr>
            </a:lvl2pPr>
            <a:lvl3pPr>
              <a:defRPr sz="975" b="1">
                <a:solidFill>
                  <a:srgbClr val="D66B3D"/>
                </a:solidFill>
              </a:defRPr>
            </a:lvl3pPr>
            <a:lvl4pPr>
              <a:defRPr sz="975" b="1">
                <a:solidFill>
                  <a:srgbClr val="D66B3D"/>
                </a:solidFill>
              </a:defRPr>
            </a:lvl4pPr>
            <a:lvl5pPr>
              <a:defRPr sz="975" b="1">
                <a:solidFill>
                  <a:srgbClr val="D66B3D"/>
                </a:solidFill>
              </a:defRPr>
            </a:lvl5pPr>
            <a:lvl6pPr>
              <a:defRPr sz="975" b="1">
                <a:solidFill>
                  <a:srgbClr val="D66B3D"/>
                </a:solidFill>
              </a:defRPr>
            </a:lvl6pPr>
            <a:lvl7pPr>
              <a:defRPr sz="975" b="1">
                <a:solidFill>
                  <a:srgbClr val="D66B3D"/>
                </a:solidFill>
              </a:defRPr>
            </a:lvl7pPr>
            <a:lvl8pPr>
              <a:defRPr sz="975" b="1">
                <a:solidFill>
                  <a:srgbClr val="D66B3D"/>
                </a:solidFill>
              </a:defRPr>
            </a:lvl8pPr>
            <a:lvl9pPr>
              <a:defRPr sz="975" b="1">
                <a:solidFill>
                  <a:srgbClr val="D66B3D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D66B3D"/>
                </a:solidFill>
              </a:defRPr>
            </a:pPr>
            <a:r>
              <a:rPr sz="975" b="1">
                <a:solidFill>
                  <a:srgbClr val="D66B3D"/>
                </a:solidFill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7F845-0126-446B-B852-54C8D7C5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5261F"/>
                </a:solidFill>
              </a:defRPr>
            </a:defPPr>
            <a:lvl1pPr>
              <a:defRPr sz="2775" b="1">
                <a:solidFill>
                  <a:srgbClr val="15261F"/>
                </a:solidFill>
              </a:defRPr>
            </a:lvl1pPr>
            <a:lvl2pPr>
              <a:defRPr sz="2775" b="1">
                <a:solidFill>
                  <a:srgbClr val="15261F"/>
                </a:solidFill>
              </a:defRPr>
            </a:lvl2pPr>
            <a:lvl3pPr>
              <a:defRPr sz="2775" b="1">
                <a:solidFill>
                  <a:srgbClr val="15261F"/>
                </a:solidFill>
              </a:defRPr>
            </a:lvl3pPr>
            <a:lvl4pPr>
              <a:defRPr sz="2775" b="1">
                <a:solidFill>
                  <a:srgbClr val="15261F"/>
                </a:solidFill>
              </a:defRPr>
            </a:lvl4pPr>
            <a:lvl5pPr>
              <a:defRPr sz="2775" b="1">
                <a:solidFill>
                  <a:srgbClr val="15261F"/>
                </a:solidFill>
              </a:defRPr>
            </a:lvl5pPr>
            <a:lvl6pPr>
              <a:defRPr sz="2775" b="1">
                <a:solidFill>
                  <a:srgbClr val="15261F"/>
                </a:solidFill>
              </a:defRPr>
            </a:lvl6pPr>
            <a:lvl7pPr>
              <a:defRPr sz="2775" b="1">
                <a:solidFill>
                  <a:srgbClr val="15261F"/>
                </a:solidFill>
              </a:defRPr>
            </a:lvl7pPr>
            <a:lvl8pPr>
              <a:defRPr sz="2775" b="1">
                <a:solidFill>
                  <a:srgbClr val="15261F"/>
                </a:solidFill>
              </a:defRPr>
            </a:lvl8pPr>
            <a:lvl9pPr>
              <a:defRPr sz="2775" b="1">
                <a:solidFill>
                  <a:srgbClr val="15261F"/>
                </a:solidFill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61F"/>
                </a:solidFill>
              </a:defRPr>
            </a:pPr>
            <a:r>
              <a:rPr sz="2775" b="1">
                <a:solidFill>
                  <a:srgbClr val="15261F"/>
                </a:solidFill>
              </a:rPr>
              <a:t>The store needs fast answers without losing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8ECC9-EDD7-4177-A239-4E0656BB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43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66756D"/>
                </a:solidFill>
              </a:defRPr>
            </a:defPPr>
            <a:lvl1pPr>
              <a:defRPr sz="900" b="1">
                <a:solidFill>
                  <a:srgbClr val="66756D"/>
                </a:solidFill>
              </a:defRPr>
            </a:lvl1pPr>
            <a:lvl2pPr>
              <a:defRPr sz="900" b="1">
                <a:solidFill>
                  <a:srgbClr val="66756D"/>
                </a:solidFill>
              </a:defRPr>
            </a:lvl2pPr>
            <a:lvl3pPr>
              <a:defRPr sz="900" b="1">
                <a:solidFill>
                  <a:srgbClr val="66756D"/>
                </a:solidFill>
              </a:defRPr>
            </a:lvl3pPr>
            <a:lvl4pPr>
              <a:defRPr sz="900" b="1">
                <a:solidFill>
                  <a:srgbClr val="66756D"/>
                </a:solidFill>
              </a:defRPr>
            </a:lvl4pPr>
            <a:lvl5pPr>
              <a:defRPr sz="900" b="1">
                <a:solidFill>
                  <a:srgbClr val="66756D"/>
                </a:solidFill>
              </a:defRPr>
            </a:lvl5pPr>
            <a:lvl6pPr>
              <a:defRPr sz="900" b="1">
                <a:solidFill>
                  <a:srgbClr val="66756D"/>
                </a:solidFill>
              </a:defRPr>
            </a:lvl6pPr>
            <a:lvl7pPr>
              <a:defRPr sz="900" b="1">
                <a:solidFill>
                  <a:srgbClr val="66756D"/>
                </a:solidFill>
              </a:defRPr>
            </a:lvl7pPr>
            <a:lvl8pPr>
              <a:defRPr sz="900" b="1">
                <a:solidFill>
                  <a:srgbClr val="66756D"/>
                </a:solidFill>
              </a:defRPr>
            </a:lvl8pPr>
            <a:lvl9pPr>
              <a:defRPr sz="900" b="1">
                <a:solidFill>
                  <a:srgbClr val="66756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6756D"/>
                </a:solidFill>
              </a:defRPr>
            </a:pPr>
            <a:r>
              <a:rPr sz="900" b="1">
                <a:solidFill>
                  <a:srgbClr val="66756D"/>
                </a:solidFill>
              </a:rPr>
              <a:t>SHOPMATE AI  /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5559E-53CE-41EF-9C18-B6717947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9D8B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FB41E-CADC-41E6-BEFF-E7944586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56D"/>
                </a:solidFill>
              </a:defRPr>
            </a:defPPr>
            <a:lvl1pPr>
              <a:defRPr sz="1725" b="0">
                <a:solidFill>
                  <a:srgbClr val="66756D"/>
                </a:solidFill>
              </a:defRPr>
            </a:lvl1pPr>
            <a:lvl2pPr>
              <a:defRPr sz="1725" b="0">
                <a:solidFill>
                  <a:srgbClr val="66756D"/>
                </a:solidFill>
              </a:defRPr>
            </a:lvl2pPr>
            <a:lvl3pPr>
              <a:defRPr sz="1725" b="0">
                <a:solidFill>
                  <a:srgbClr val="66756D"/>
                </a:solidFill>
              </a:defRPr>
            </a:lvl3pPr>
            <a:lvl4pPr>
              <a:defRPr sz="1725" b="0">
                <a:solidFill>
                  <a:srgbClr val="66756D"/>
                </a:solidFill>
              </a:defRPr>
            </a:lvl4pPr>
            <a:lvl5pPr>
              <a:defRPr sz="1725" b="0">
                <a:solidFill>
                  <a:srgbClr val="66756D"/>
                </a:solidFill>
              </a:defRPr>
            </a:lvl5pPr>
            <a:lvl6pPr>
              <a:defRPr sz="1725" b="0">
                <a:solidFill>
                  <a:srgbClr val="66756D"/>
                </a:solidFill>
              </a:defRPr>
            </a:lvl6pPr>
            <a:lvl7pPr>
              <a:defRPr sz="1725" b="0">
                <a:solidFill>
                  <a:srgbClr val="66756D"/>
                </a:solidFill>
              </a:defRPr>
            </a:lvl7pPr>
            <a:lvl8pPr>
              <a:defRPr sz="1725" b="0">
                <a:solidFill>
                  <a:srgbClr val="66756D"/>
                </a:solidFill>
              </a:defRPr>
            </a:lvl8pPr>
            <a:lvl9pPr>
              <a:defRPr sz="1725" b="0">
                <a:solidFill>
                  <a:srgbClr val="66756D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56D"/>
                </a:solidFill>
              </a:defRPr>
            </a:pPr>
            <a:r>
              <a:rPr sz="1725" b="0">
                <a:solidFill>
                  <a:srgbClr val="66756D"/>
                </a:solidFill>
              </a:rPr>
              <a:t>A COD store handles repetitive questions and sensitive actions every day.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040BB1-07B6-4EB0-9C80-FE9A95EC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323850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1E7D4"/>
          </a:solidFill>
          <a:ln xmlns:a="http://schemas.openxmlformats.org/drawingml/2006/main" w="9525">
            <a:solidFill>
              <a:srgbClr val="F1E7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FD4FC-01F3-4FCA-9C5B-50D39A3F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F6B4F"/>
                </a:solidFill>
              </a:defRPr>
            </a:defPPr>
            <a:lvl1pPr>
              <a:defRPr sz="1875" b="1">
                <a:solidFill>
                  <a:srgbClr val="2F6B4F"/>
                </a:solidFill>
              </a:defRPr>
            </a:lvl1pPr>
            <a:lvl2pPr>
              <a:defRPr sz="1875" b="1">
                <a:solidFill>
                  <a:srgbClr val="2F6B4F"/>
                </a:solidFill>
              </a:defRPr>
            </a:lvl2pPr>
            <a:lvl3pPr>
              <a:defRPr sz="1875" b="1">
                <a:solidFill>
                  <a:srgbClr val="2F6B4F"/>
                </a:solidFill>
              </a:defRPr>
            </a:lvl3pPr>
            <a:lvl4pPr>
              <a:defRPr sz="1875" b="1">
                <a:solidFill>
                  <a:srgbClr val="2F6B4F"/>
                </a:solidFill>
              </a:defRPr>
            </a:lvl4pPr>
            <a:lvl5pPr>
              <a:defRPr sz="1875" b="1">
                <a:solidFill>
                  <a:srgbClr val="2F6B4F"/>
                </a:solidFill>
              </a:defRPr>
            </a:lvl5pPr>
            <a:lvl6pPr>
              <a:defRPr sz="1875" b="1">
                <a:solidFill>
                  <a:srgbClr val="2F6B4F"/>
                </a:solidFill>
              </a:defRPr>
            </a:lvl6pPr>
            <a:lvl7pPr>
              <a:defRPr sz="1875" b="1">
                <a:solidFill>
                  <a:srgbClr val="2F6B4F"/>
                </a:solidFill>
              </a:defRPr>
            </a:lvl7pPr>
            <a:lvl8pPr>
              <a:defRPr sz="1875" b="1">
                <a:solidFill>
                  <a:srgbClr val="2F6B4F"/>
                </a:solidFill>
              </a:defRPr>
            </a:lvl8pPr>
            <a:lvl9pPr>
              <a:defRPr sz="1875" b="1">
                <a:solidFill>
                  <a:srgbClr val="2F6B4F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F6B4F"/>
                </a:solidFill>
              </a:defRPr>
            </a:pPr>
            <a:r>
              <a:rPr sz="1875" b="1">
                <a:solidFill>
                  <a:srgbClr val="2F6B4F"/>
                </a:solidFill>
              </a:rPr>
              <a:t>Customers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43373-7D33-417D-8F8B-BCCE8E27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71850"/>
            <a:ext cx="2428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5261F"/>
                </a:solidFill>
              </a:defRPr>
            </a:defPPr>
            <a:lvl1pPr>
              <a:defRPr sz="1725" b="0">
                <a:solidFill>
                  <a:srgbClr val="15261F"/>
                </a:solidFill>
              </a:defRPr>
            </a:lvl1pPr>
            <a:lvl2pPr>
              <a:defRPr sz="1725" b="0">
                <a:solidFill>
                  <a:srgbClr val="15261F"/>
                </a:solidFill>
              </a:defRPr>
            </a:lvl2pPr>
            <a:lvl3pPr>
              <a:defRPr sz="1725" b="0">
                <a:solidFill>
                  <a:srgbClr val="15261F"/>
                </a:solidFill>
              </a:defRPr>
            </a:lvl3pPr>
            <a:lvl4pPr>
              <a:defRPr sz="1725" b="0">
                <a:solidFill>
                  <a:srgbClr val="15261F"/>
                </a:solidFill>
              </a:defRPr>
            </a:lvl4pPr>
            <a:lvl5pPr>
              <a:defRPr sz="1725" b="0">
                <a:solidFill>
                  <a:srgbClr val="15261F"/>
                </a:solidFill>
              </a:defRPr>
            </a:lvl5pPr>
            <a:lvl6pPr>
              <a:defRPr sz="1725" b="0">
                <a:solidFill>
                  <a:srgbClr val="15261F"/>
                </a:solidFill>
              </a:defRPr>
            </a:lvl6pPr>
            <a:lvl7pPr>
              <a:defRPr sz="1725" b="0">
                <a:solidFill>
                  <a:srgbClr val="15261F"/>
                </a:solidFill>
              </a:defRPr>
            </a:lvl7pPr>
            <a:lvl8pPr>
              <a:defRPr sz="1725" b="0">
                <a:solidFill>
                  <a:srgbClr val="15261F"/>
                </a:solidFill>
              </a:defRPr>
            </a:lvl8pPr>
            <a:lvl9pPr>
              <a:defRPr sz="1725" b="0">
                <a:solidFill>
                  <a:srgbClr val="15261F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61F"/>
                </a:solidFill>
              </a:defRPr>
            </a:pPr>
            <a:r>
              <a:rPr sz="1725" b="0">
                <a:solidFill>
                  <a:srgbClr val="15261F"/>
                </a:solidFill>
              </a:rPr>
              <a:t>Ask about products, delivery, returns and their orders.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3B9520-B5C5-4D76-8B37-287CA0B5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23850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B9D8BE"/>
          </a:solidFill>
          <a:ln xmlns:a="http://schemas.openxmlformats.org/drawingml/2006/main" w="9525">
            <a:solidFill>
              <a:srgbClr val="B9D8B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75783-2D5E-40CC-A414-20A5FF60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765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F6B4F"/>
                </a:solidFill>
              </a:defRPr>
            </a:defPPr>
            <a:lvl1pPr>
              <a:defRPr sz="1875" b="1">
                <a:solidFill>
                  <a:srgbClr val="2F6B4F"/>
                </a:solidFill>
              </a:defRPr>
            </a:lvl1pPr>
            <a:lvl2pPr>
              <a:defRPr sz="1875" b="1">
                <a:solidFill>
                  <a:srgbClr val="2F6B4F"/>
                </a:solidFill>
              </a:defRPr>
            </a:lvl2pPr>
            <a:lvl3pPr>
              <a:defRPr sz="1875" b="1">
                <a:solidFill>
                  <a:srgbClr val="2F6B4F"/>
                </a:solidFill>
              </a:defRPr>
            </a:lvl3pPr>
            <a:lvl4pPr>
              <a:defRPr sz="1875" b="1">
                <a:solidFill>
                  <a:srgbClr val="2F6B4F"/>
                </a:solidFill>
              </a:defRPr>
            </a:lvl4pPr>
            <a:lvl5pPr>
              <a:defRPr sz="1875" b="1">
                <a:solidFill>
                  <a:srgbClr val="2F6B4F"/>
                </a:solidFill>
              </a:defRPr>
            </a:lvl5pPr>
            <a:lvl6pPr>
              <a:defRPr sz="1875" b="1">
                <a:solidFill>
                  <a:srgbClr val="2F6B4F"/>
                </a:solidFill>
              </a:defRPr>
            </a:lvl6pPr>
            <a:lvl7pPr>
              <a:defRPr sz="1875" b="1">
                <a:solidFill>
                  <a:srgbClr val="2F6B4F"/>
                </a:solidFill>
              </a:defRPr>
            </a:lvl7pPr>
            <a:lvl8pPr>
              <a:defRPr sz="1875" b="1">
                <a:solidFill>
                  <a:srgbClr val="2F6B4F"/>
                </a:solidFill>
              </a:defRPr>
            </a:lvl8pPr>
            <a:lvl9pPr>
              <a:defRPr sz="1875" b="1">
                <a:solidFill>
                  <a:srgbClr val="2F6B4F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F6B4F"/>
                </a:solidFill>
              </a:defRPr>
            </a:pPr>
            <a:r>
              <a:rPr sz="1875" b="1">
                <a:solidFill>
                  <a:srgbClr val="2F6B4F"/>
                </a:solidFill>
              </a:rPr>
              <a:t>Store manager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182D23-B3FC-4857-8DA8-79847BCF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71850"/>
            <a:ext cx="2457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5261F"/>
                </a:solidFill>
              </a:defRPr>
            </a:defPPr>
            <a:lvl1pPr>
              <a:defRPr sz="1725" b="0">
                <a:solidFill>
                  <a:srgbClr val="15261F"/>
                </a:solidFill>
              </a:defRPr>
            </a:lvl1pPr>
            <a:lvl2pPr>
              <a:defRPr sz="1725" b="0">
                <a:solidFill>
                  <a:srgbClr val="15261F"/>
                </a:solidFill>
              </a:defRPr>
            </a:lvl2pPr>
            <a:lvl3pPr>
              <a:defRPr sz="1725" b="0">
                <a:solidFill>
                  <a:srgbClr val="15261F"/>
                </a:solidFill>
              </a:defRPr>
            </a:lvl3pPr>
            <a:lvl4pPr>
              <a:defRPr sz="1725" b="0">
                <a:solidFill>
                  <a:srgbClr val="15261F"/>
                </a:solidFill>
              </a:defRPr>
            </a:lvl4pPr>
            <a:lvl5pPr>
              <a:defRPr sz="1725" b="0">
                <a:solidFill>
                  <a:srgbClr val="15261F"/>
                </a:solidFill>
              </a:defRPr>
            </a:lvl5pPr>
            <a:lvl6pPr>
              <a:defRPr sz="1725" b="0">
                <a:solidFill>
                  <a:srgbClr val="15261F"/>
                </a:solidFill>
              </a:defRPr>
            </a:lvl6pPr>
            <a:lvl7pPr>
              <a:defRPr sz="1725" b="0">
                <a:solidFill>
                  <a:srgbClr val="15261F"/>
                </a:solidFill>
              </a:defRPr>
            </a:lvl7pPr>
            <a:lvl8pPr>
              <a:defRPr sz="1725" b="0">
                <a:solidFill>
                  <a:srgbClr val="15261F"/>
                </a:solidFill>
              </a:defRPr>
            </a:lvl8pPr>
            <a:lvl9pPr>
              <a:defRPr sz="1725" b="0">
                <a:solidFill>
                  <a:srgbClr val="15261F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61F"/>
                </a:solidFill>
              </a:defRPr>
            </a:pPr>
            <a:r>
              <a:rPr sz="1725" b="0">
                <a:solidFill>
                  <a:srgbClr val="15261F"/>
                </a:solidFill>
              </a:rPr>
              <a:t>Updates catalogue data and needs a trace of agent activity.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6EF458-5DD7-4952-994D-3ECCA74B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09850"/>
            <a:ext cx="323850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5D4C6"/>
          </a:solidFill>
          <a:ln xmlns:a="http://schemas.openxmlformats.org/drawingml/2006/main" w="9525">
            <a:solidFill>
              <a:srgbClr val="F5D4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94F761-0538-47EE-853A-50DE3266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76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D66B3D"/>
                </a:solidFill>
              </a:defRPr>
            </a:defPPr>
            <a:lvl1pPr>
              <a:defRPr sz="1875" b="1">
                <a:solidFill>
                  <a:srgbClr val="D66B3D"/>
                </a:solidFill>
              </a:defRPr>
            </a:lvl1pPr>
            <a:lvl2pPr>
              <a:defRPr sz="1875" b="1">
                <a:solidFill>
                  <a:srgbClr val="D66B3D"/>
                </a:solidFill>
              </a:defRPr>
            </a:lvl2pPr>
            <a:lvl3pPr>
              <a:defRPr sz="1875" b="1">
                <a:solidFill>
                  <a:srgbClr val="D66B3D"/>
                </a:solidFill>
              </a:defRPr>
            </a:lvl3pPr>
            <a:lvl4pPr>
              <a:defRPr sz="1875" b="1">
                <a:solidFill>
                  <a:srgbClr val="D66B3D"/>
                </a:solidFill>
              </a:defRPr>
            </a:lvl4pPr>
            <a:lvl5pPr>
              <a:defRPr sz="1875" b="1">
                <a:solidFill>
                  <a:srgbClr val="D66B3D"/>
                </a:solidFill>
              </a:defRPr>
            </a:lvl5pPr>
            <a:lvl6pPr>
              <a:defRPr sz="1875" b="1">
                <a:solidFill>
                  <a:srgbClr val="D66B3D"/>
                </a:solidFill>
              </a:defRPr>
            </a:lvl6pPr>
            <a:lvl7pPr>
              <a:defRPr sz="1875" b="1">
                <a:solidFill>
                  <a:srgbClr val="D66B3D"/>
                </a:solidFill>
              </a:defRPr>
            </a:lvl7pPr>
            <a:lvl8pPr>
              <a:defRPr sz="1875" b="1">
                <a:solidFill>
                  <a:srgbClr val="D66B3D"/>
                </a:solidFill>
              </a:defRPr>
            </a:lvl8pPr>
            <a:lvl9pPr>
              <a:defRPr sz="1875" b="1">
                <a:solidFill>
                  <a:srgbClr val="D66B3D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D66B3D"/>
                </a:solidFill>
              </a:defRPr>
            </a:pPr>
            <a:r>
              <a:rPr sz="1875" b="1">
                <a:solidFill>
                  <a:srgbClr val="D66B3D"/>
                </a:solidFill>
              </a:rPr>
              <a:t>Risk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36E7DB-E6FF-493F-AC6A-B964F01F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71850"/>
            <a:ext cx="2524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5261F"/>
                </a:solidFill>
              </a:defRPr>
            </a:defPPr>
            <a:lvl1pPr>
              <a:defRPr sz="1725" b="0">
                <a:solidFill>
                  <a:srgbClr val="15261F"/>
                </a:solidFill>
              </a:defRPr>
            </a:lvl1pPr>
            <a:lvl2pPr>
              <a:defRPr sz="1725" b="0">
                <a:solidFill>
                  <a:srgbClr val="15261F"/>
                </a:solidFill>
              </a:defRPr>
            </a:lvl2pPr>
            <a:lvl3pPr>
              <a:defRPr sz="1725" b="0">
                <a:solidFill>
                  <a:srgbClr val="15261F"/>
                </a:solidFill>
              </a:defRPr>
            </a:lvl3pPr>
            <a:lvl4pPr>
              <a:defRPr sz="1725" b="0">
                <a:solidFill>
                  <a:srgbClr val="15261F"/>
                </a:solidFill>
              </a:defRPr>
            </a:lvl4pPr>
            <a:lvl5pPr>
              <a:defRPr sz="1725" b="0">
                <a:solidFill>
                  <a:srgbClr val="15261F"/>
                </a:solidFill>
              </a:defRPr>
            </a:lvl5pPr>
            <a:lvl6pPr>
              <a:defRPr sz="1725" b="0">
                <a:solidFill>
                  <a:srgbClr val="15261F"/>
                </a:solidFill>
              </a:defRPr>
            </a:lvl6pPr>
            <a:lvl7pPr>
              <a:defRPr sz="1725" b="0">
                <a:solidFill>
                  <a:srgbClr val="15261F"/>
                </a:solidFill>
              </a:defRPr>
            </a:lvl7pPr>
            <a:lvl8pPr>
              <a:defRPr sz="1725" b="0">
                <a:solidFill>
                  <a:srgbClr val="15261F"/>
                </a:solidFill>
              </a:defRPr>
            </a:lvl8pPr>
            <a:lvl9pPr>
              <a:defRPr sz="1725" b="0">
                <a:solidFill>
                  <a:srgbClr val="15261F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61F"/>
                </a:solidFill>
              </a:defRPr>
            </a:pPr>
            <a:r>
              <a:rPr sz="1725" b="0">
                <a:solidFill>
                  <a:srgbClr val="15261F"/>
                </a:solidFill>
              </a:rPr>
              <a:t>An AI must not invent prices, create orders by mistake or expose another store.</a:t>
            </a:r>
          </a:p>
        </p:txBody>
      </p:sp>
    </p:spTree>
    <p:extLst>
      <p:ext uri="{BB962C8B-B14F-4D97-AF65-F5344CB8AC3E}">
        <p14:creationId xmlns:p14="http://schemas.microsoft.com/office/powerpoint/2010/main" val="13944084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22C7E9-5AD4-4857-96E0-8DA7EC8A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66B3D"/>
                </a:solidFill>
              </a:defRPr>
            </a:defPPr>
            <a:lvl1pPr>
              <a:defRPr sz="975" b="1">
                <a:solidFill>
                  <a:srgbClr val="D66B3D"/>
                </a:solidFill>
              </a:defRPr>
            </a:lvl1pPr>
            <a:lvl2pPr>
              <a:defRPr sz="975" b="1">
                <a:solidFill>
                  <a:srgbClr val="D66B3D"/>
                </a:solidFill>
              </a:defRPr>
            </a:lvl2pPr>
            <a:lvl3pPr>
              <a:defRPr sz="975" b="1">
                <a:solidFill>
                  <a:srgbClr val="D66B3D"/>
                </a:solidFill>
              </a:defRPr>
            </a:lvl3pPr>
            <a:lvl4pPr>
              <a:defRPr sz="975" b="1">
                <a:solidFill>
                  <a:srgbClr val="D66B3D"/>
                </a:solidFill>
              </a:defRPr>
            </a:lvl4pPr>
            <a:lvl5pPr>
              <a:defRPr sz="975" b="1">
                <a:solidFill>
                  <a:srgbClr val="D66B3D"/>
                </a:solidFill>
              </a:defRPr>
            </a:lvl5pPr>
            <a:lvl6pPr>
              <a:defRPr sz="975" b="1">
                <a:solidFill>
                  <a:srgbClr val="D66B3D"/>
                </a:solidFill>
              </a:defRPr>
            </a:lvl6pPr>
            <a:lvl7pPr>
              <a:defRPr sz="975" b="1">
                <a:solidFill>
                  <a:srgbClr val="D66B3D"/>
                </a:solidFill>
              </a:defRPr>
            </a:lvl7pPr>
            <a:lvl8pPr>
              <a:defRPr sz="975" b="1">
                <a:solidFill>
                  <a:srgbClr val="D66B3D"/>
                </a:solidFill>
              </a:defRPr>
            </a:lvl8pPr>
            <a:lvl9pPr>
              <a:defRPr sz="975" b="1">
                <a:solidFill>
                  <a:srgbClr val="D66B3D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D66B3D"/>
                </a:solidFill>
              </a:defRPr>
            </a:pPr>
            <a:r>
              <a:rPr sz="975" b="1">
                <a:solidFill>
                  <a:srgbClr val="D66B3D"/>
                </a:solidFill>
              </a:rPr>
              <a:t>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C1397-DE56-4C10-9F58-F19343CD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5261F"/>
                </a:solidFill>
              </a:defRPr>
            </a:defPPr>
            <a:lvl1pPr>
              <a:defRPr sz="2775" b="1">
                <a:solidFill>
                  <a:srgbClr val="15261F"/>
                </a:solidFill>
              </a:defRPr>
            </a:lvl1pPr>
            <a:lvl2pPr>
              <a:defRPr sz="2775" b="1">
                <a:solidFill>
                  <a:srgbClr val="15261F"/>
                </a:solidFill>
              </a:defRPr>
            </a:lvl2pPr>
            <a:lvl3pPr>
              <a:defRPr sz="2775" b="1">
                <a:solidFill>
                  <a:srgbClr val="15261F"/>
                </a:solidFill>
              </a:defRPr>
            </a:lvl3pPr>
            <a:lvl4pPr>
              <a:defRPr sz="2775" b="1">
                <a:solidFill>
                  <a:srgbClr val="15261F"/>
                </a:solidFill>
              </a:defRPr>
            </a:lvl4pPr>
            <a:lvl5pPr>
              <a:defRPr sz="2775" b="1">
                <a:solidFill>
                  <a:srgbClr val="15261F"/>
                </a:solidFill>
              </a:defRPr>
            </a:lvl5pPr>
            <a:lvl6pPr>
              <a:defRPr sz="2775" b="1">
                <a:solidFill>
                  <a:srgbClr val="15261F"/>
                </a:solidFill>
              </a:defRPr>
            </a:lvl6pPr>
            <a:lvl7pPr>
              <a:defRPr sz="2775" b="1">
                <a:solidFill>
                  <a:srgbClr val="15261F"/>
                </a:solidFill>
              </a:defRPr>
            </a:lvl7pPr>
            <a:lvl8pPr>
              <a:defRPr sz="2775" b="1">
                <a:solidFill>
                  <a:srgbClr val="15261F"/>
                </a:solidFill>
              </a:defRPr>
            </a:lvl8pPr>
            <a:lvl9pPr>
              <a:defRPr sz="2775" b="1">
                <a:solidFill>
                  <a:srgbClr val="15261F"/>
                </a:solidFill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61F"/>
                </a:solidFill>
              </a:defRPr>
            </a:pPr>
            <a:r>
              <a:rPr sz="2775" b="1">
                <a:solidFill>
                  <a:srgbClr val="15261F"/>
                </a:solidFill>
              </a:rPr>
              <a:t>One application for customers and store managers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21A87-A165-4ED3-BBA2-771204E2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43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66756D"/>
                </a:solidFill>
              </a:defRPr>
            </a:defPPr>
            <a:lvl1pPr>
              <a:defRPr sz="900" b="1">
                <a:solidFill>
                  <a:srgbClr val="66756D"/>
                </a:solidFill>
              </a:defRPr>
            </a:lvl1pPr>
            <a:lvl2pPr>
              <a:defRPr sz="900" b="1">
                <a:solidFill>
                  <a:srgbClr val="66756D"/>
                </a:solidFill>
              </a:defRPr>
            </a:lvl2pPr>
            <a:lvl3pPr>
              <a:defRPr sz="900" b="1">
                <a:solidFill>
                  <a:srgbClr val="66756D"/>
                </a:solidFill>
              </a:defRPr>
            </a:lvl3pPr>
            <a:lvl4pPr>
              <a:defRPr sz="900" b="1">
                <a:solidFill>
                  <a:srgbClr val="66756D"/>
                </a:solidFill>
              </a:defRPr>
            </a:lvl4pPr>
            <a:lvl5pPr>
              <a:defRPr sz="900" b="1">
                <a:solidFill>
                  <a:srgbClr val="66756D"/>
                </a:solidFill>
              </a:defRPr>
            </a:lvl5pPr>
            <a:lvl6pPr>
              <a:defRPr sz="900" b="1">
                <a:solidFill>
                  <a:srgbClr val="66756D"/>
                </a:solidFill>
              </a:defRPr>
            </a:lvl6pPr>
            <a:lvl7pPr>
              <a:defRPr sz="900" b="1">
                <a:solidFill>
                  <a:srgbClr val="66756D"/>
                </a:solidFill>
              </a:defRPr>
            </a:lvl7pPr>
            <a:lvl8pPr>
              <a:defRPr sz="900" b="1">
                <a:solidFill>
                  <a:srgbClr val="66756D"/>
                </a:solidFill>
              </a:defRPr>
            </a:lvl8pPr>
            <a:lvl9pPr>
              <a:defRPr sz="900" b="1">
                <a:solidFill>
                  <a:srgbClr val="66756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6756D"/>
                </a:solidFill>
              </a:defRPr>
            </a:pPr>
            <a:r>
              <a:rPr sz="900" b="1">
                <a:solidFill>
                  <a:srgbClr val="66756D"/>
                </a:solidFill>
              </a:rPr>
              <a:t>SHOPMATE AI  /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D962D8-925C-4C00-B2AA-F5C31328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9D8B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1DEE3B-A7F4-4058-ACC9-8425082D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56D"/>
                </a:solidFill>
              </a:defRPr>
            </a:defPPr>
            <a:lvl1pPr>
              <a:defRPr sz="1725" b="0">
                <a:solidFill>
                  <a:srgbClr val="66756D"/>
                </a:solidFill>
              </a:defRPr>
            </a:lvl1pPr>
            <a:lvl2pPr>
              <a:defRPr sz="1725" b="0">
                <a:solidFill>
                  <a:srgbClr val="66756D"/>
                </a:solidFill>
              </a:defRPr>
            </a:lvl2pPr>
            <a:lvl3pPr>
              <a:defRPr sz="1725" b="0">
                <a:solidFill>
                  <a:srgbClr val="66756D"/>
                </a:solidFill>
              </a:defRPr>
            </a:lvl3pPr>
            <a:lvl4pPr>
              <a:defRPr sz="1725" b="0">
                <a:solidFill>
                  <a:srgbClr val="66756D"/>
                </a:solidFill>
              </a:defRPr>
            </a:lvl4pPr>
            <a:lvl5pPr>
              <a:defRPr sz="1725" b="0">
                <a:solidFill>
                  <a:srgbClr val="66756D"/>
                </a:solidFill>
              </a:defRPr>
            </a:lvl5pPr>
            <a:lvl6pPr>
              <a:defRPr sz="1725" b="0">
                <a:solidFill>
                  <a:srgbClr val="66756D"/>
                </a:solidFill>
              </a:defRPr>
            </a:lvl6pPr>
            <a:lvl7pPr>
              <a:defRPr sz="1725" b="0">
                <a:solidFill>
                  <a:srgbClr val="66756D"/>
                </a:solidFill>
              </a:defRPr>
            </a:lvl7pPr>
            <a:lvl8pPr>
              <a:defRPr sz="1725" b="0">
                <a:solidFill>
                  <a:srgbClr val="66756D"/>
                </a:solidFill>
              </a:defRPr>
            </a:lvl8pPr>
            <a:lvl9pPr>
              <a:defRPr sz="1725" b="0">
                <a:solidFill>
                  <a:srgbClr val="66756D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56D"/>
                </a:solidFill>
              </a:defRPr>
            </a:pPr>
            <a:r>
              <a:rPr sz="1725" b="0">
                <a:solidFill>
                  <a:srgbClr val="66756D"/>
                </a:solidFill>
              </a:rPr>
              <a:t>The mobile app connects each request to a controlled backend. The backend decides which source can answer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3272D-3A40-4C8A-A614-F8CD65DC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26670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2F6B4F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34F85-5991-49FF-A315-A397A77D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813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FFFFF"/>
                </a:solidFill>
              </a:defRPr>
            </a:defPPr>
            <a:lvl1pPr>
              <a:defRPr sz="2025" b="1">
                <a:solidFill>
                  <a:srgbClr val="FFFFFF"/>
                </a:solidFill>
              </a:defRPr>
            </a:lvl1pPr>
            <a:lvl2pPr>
              <a:defRPr sz="2025" b="1">
                <a:solidFill>
                  <a:srgbClr val="FFFFFF"/>
                </a:solidFill>
              </a:defRPr>
            </a:lvl2pPr>
            <a:lvl3pPr>
              <a:defRPr sz="2025" b="1">
                <a:solidFill>
                  <a:srgbClr val="FFFFFF"/>
                </a:solidFill>
              </a:defRPr>
            </a:lvl3pPr>
            <a:lvl4pPr>
              <a:defRPr sz="2025" b="1">
                <a:solidFill>
                  <a:srgbClr val="FFFFFF"/>
                </a:solidFill>
              </a:defRPr>
            </a:lvl4pPr>
            <a:lvl5pPr>
              <a:defRPr sz="2025" b="1">
                <a:solidFill>
                  <a:srgbClr val="FFFFFF"/>
                </a:solidFill>
              </a:defRPr>
            </a:lvl5pPr>
            <a:lvl6pPr>
              <a:defRPr sz="2025" b="1">
                <a:solidFill>
                  <a:srgbClr val="FFFFFF"/>
                </a:solidFill>
              </a:defRPr>
            </a:lvl6pPr>
            <a:lvl7pPr>
              <a:defRPr sz="2025" b="1">
                <a:solidFill>
                  <a:srgbClr val="FFFFFF"/>
                </a:solidFill>
              </a:defRPr>
            </a:lvl7pPr>
            <a:lvl8pPr>
              <a:defRPr sz="2025" b="1">
                <a:solidFill>
                  <a:srgbClr val="FFFFFF"/>
                </a:solidFill>
              </a:defRPr>
            </a:lvl8pPr>
            <a:lvl9pPr>
              <a:defRPr sz="20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Customer 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1BC63-0D15-4A46-8D0D-84027741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76650"/>
            <a:ext cx="1905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1E7D4"/>
                </a:solidFill>
              </a:defRPr>
            </a:defPPr>
            <a:lvl1pPr>
              <a:defRPr sz="1575" b="0">
                <a:solidFill>
                  <a:srgbClr val="F1E7D4"/>
                </a:solidFill>
              </a:defRPr>
            </a:lvl1pPr>
            <a:lvl2pPr>
              <a:defRPr sz="1575" b="0">
                <a:solidFill>
                  <a:srgbClr val="F1E7D4"/>
                </a:solidFill>
              </a:defRPr>
            </a:lvl2pPr>
            <a:lvl3pPr>
              <a:defRPr sz="1575" b="0">
                <a:solidFill>
                  <a:srgbClr val="F1E7D4"/>
                </a:solidFill>
              </a:defRPr>
            </a:lvl3pPr>
            <a:lvl4pPr>
              <a:defRPr sz="1575" b="0">
                <a:solidFill>
                  <a:srgbClr val="F1E7D4"/>
                </a:solidFill>
              </a:defRPr>
            </a:lvl4pPr>
            <a:lvl5pPr>
              <a:defRPr sz="1575" b="0">
                <a:solidFill>
                  <a:srgbClr val="F1E7D4"/>
                </a:solidFill>
              </a:defRPr>
            </a:lvl5pPr>
            <a:lvl6pPr>
              <a:defRPr sz="1575" b="0">
                <a:solidFill>
                  <a:srgbClr val="F1E7D4"/>
                </a:solidFill>
              </a:defRPr>
            </a:lvl6pPr>
            <a:lvl7pPr>
              <a:defRPr sz="1575" b="0">
                <a:solidFill>
                  <a:srgbClr val="F1E7D4"/>
                </a:solidFill>
              </a:defRPr>
            </a:lvl7pPr>
            <a:lvl8pPr>
              <a:defRPr sz="1575" b="0">
                <a:solidFill>
                  <a:srgbClr val="F1E7D4"/>
                </a:solidFill>
              </a:defRPr>
            </a:lvl8pPr>
            <a:lvl9pPr>
              <a:defRPr sz="1575" b="0">
                <a:solidFill>
                  <a:srgbClr val="F1E7D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1E7D4"/>
                </a:solidFill>
              </a:defRPr>
            </a:pPr>
            <a:r>
              <a:rPr sz="1575" b="0">
                <a:solidFill>
                  <a:srgbClr val="F1E7D4"/>
                </a:solidFill>
              </a:rPr>
              <a:t>Catalogue</a:t>
            </a:r>
          </a:p>
          <a:p xmlns:a="http://schemas.openxmlformats.org/drawingml/2006/main">
            <a:pPr>
              <a:defRPr sz="1575" b="0">
                <a:solidFill>
                  <a:srgbClr val="F1E7D4"/>
                </a:solidFill>
              </a:defRPr>
            </a:pPr>
            <a:r>
              <a:rPr sz="1575" b="0">
                <a:solidFill>
                  <a:srgbClr val="F1E7D4"/>
                </a:solidFill>
              </a:rPr>
              <a:t>Chat in French or darija</a:t>
            </a:r>
          </a:p>
          <a:p xmlns:a="http://schemas.openxmlformats.org/drawingml/2006/main">
            <a:pPr>
              <a:defRPr sz="1575" b="0">
                <a:solidFill>
                  <a:srgbClr val="F1E7D4"/>
                </a:solidFill>
              </a:defRPr>
            </a:pPr>
            <a:r>
              <a:rPr sz="1575" b="0">
                <a:solidFill>
                  <a:srgbClr val="F1E7D4"/>
                </a:solidFill>
              </a:rPr>
              <a:t>COD orders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F2BA95-E8C6-4DDA-92B6-FD08A5D5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05125"/>
            <a:ext cx="26670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5261F"/>
          </a:solidFill>
          <a:ln xmlns:a="http://schemas.openxmlformats.org/drawingml/2006/main" w="9525">
            <a:solidFill>
              <a:srgbClr val="1526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B5CFEC-2628-4BA2-9C53-863C7FA5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1813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FFFFF"/>
                </a:solidFill>
              </a:defRPr>
            </a:defPPr>
            <a:lvl1pPr>
              <a:defRPr sz="2025" b="1">
                <a:solidFill>
                  <a:srgbClr val="FFFFFF"/>
                </a:solidFill>
              </a:defRPr>
            </a:lvl1pPr>
            <a:lvl2pPr>
              <a:defRPr sz="2025" b="1">
                <a:solidFill>
                  <a:srgbClr val="FFFFFF"/>
                </a:solidFill>
              </a:defRPr>
            </a:lvl2pPr>
            <a:lvl3pPr>
              <a:defRPr sz="2025" b="1">
                <a:solidFill>
                  <a:srgbClr val="FFFFFF"/>
                </a:solidFill>
              </a:defRPr>
            </a:lvl3pPr>
            <a:lvl4pPr>
              <a:defRPr sz="2025" b="1">
                <a:solidFill>
                  <a:srgbClr val="FFFFFF"/>
                </a:solidFill>
              </a:defRPr>
            </a:lvl4pPr>
            <a:lvl5pPr>
              <a:defRPr sz="2025" b="1">
                <a:solidFill>
                  <a:srgbClr val="FFFFFF"/>
                </a:solidFill>
              </a:defRPr>
            </a:lvl5pPr>
            <a:lvl6pPr>
              <a:defRPr sz="2025" b="1">
                <a:solidFill>
                  <a:srgbClr val="FFFFFF"/>
                </a:solidFill>
              </a:defRPr>
            </a:lvl6pPr>
            <a:lvl7pPr>
              <a:defRPr sz="2025" b="1">
                <a:solidFill>
                  <a:srgbClr val="FFFFFF"/>
                </a:solidFill>
              </a:defRPr>
            </a:lvl7pPr>
            <a:lvl8pPr>
              <a:defRPr sz="2025" b="1">
                <a:solidFill>
                  <a:srgbClr val="FFFFFF"/>
                </a:solidFill>
              </a:defRPr>
            </a:lvl8pPr>
            <a:lvl9pPr>
              <a:defRPr sz="20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Express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C9C90C-7B95-428E-8BA8-4F341E21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676650"/>
            <a:ext cx="1809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1E7D4"/>
                </a:solidFill>
              </a:defRPr>
            </a:defPPr>
            <a:lvl1pPr>
              <a:defRPr sz="1575" b="0">
                <a:solidFill>
                  <a:srgbClr val="F1E7D4"/>
                </a:solidFill>
              </a:defRPr>
            </a:lvl1pPr>
            <a:lvl2pPr>
              <a:defRPr sz="1575" b="0">
                <a:solidFill>
                  <a:srgbClr val="F1E7D4"/>
                </a:solidFill>
              </a:defRPr>
            </a:lvl2pPr>
            <a:lvl3pPr>
              <a:defRPr sz="1575" b="0">
                <a:solidFill>
                  <a:srgbClr val="F1E7D4"/>
                </a:solidFill>
              </a:defRPr>
            </a:lvl3pPr>
            <a:lvl4pPr>
              <a:defRPr sz="1575" b="0">
                <a:solidFill>
                  <a:srgbClr val="F1E7D4"/>
                </a:solidFill>
              </a:defRPr>
            </a:lvl4pPr>
            <a:lvl5pPr>
              <a:defRPr sz="1575" b="0">
                <a:solidFill>
                  <a:srgbClr val="F1E7D4"/>
                </a:solidFill>
              </a:defRPr>
            </a:lvl5pPr>
            <a:lvl6pPr>
              <a:defRPr sz="1575" b="0">
                <a:solidFill>
                  <a:srgbClr val="F1E7D4"/>
                </a:solidFill>
              </a:defRPr>
            </a:lvl6pPr>
            <a:lvl7pPr>
              <a:defRPr sz="1575" b="0">
                <a:solidFill>
                  <a:srgbClr val="F1E7D4"/>
                </a:solidFill>
              </a:defRPr>
            </a:lvl7pPr>
            <a:lvl8pPr>
              <a:defRPr sz="1575" b="0">
                <a:solidFill>
                  <a:srgbClr val="F1E7D4"/>
                </a:solidFill>
              </a:defRPr>
            </a:lvl8pPr>
            <a:lvl9pPr>
              <a:defRPr sz="1575" b="0">
                <a:solidFill>
                  <a:srgbClr val="F1E7D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1E7D4"/>
                </a:solidFill>
              </a:defRPr>
            </a:pPr>
            <a:r>
              <a:rPr sz="1575" b="0">
                <a:solidFill>
                  <a:srgbClr val="F1E7D4"/>
                </a:solidFill>
              </a:rPr>
              <a:t>JWT and roles</a:t>
            </a:r>
          </a:p>
          <a:p xmlns:a="http://schemas.openxmlformats.org/drawingml/2006/main">
            <a:pPr>
              <a:defRPr sz="1575" b="0">
                <a:solidFill>
                  <a:srgbClr val="F1E7D4"/>
                </a:solidFill>
              </a:defRPr>
            </a:pPr>
            <a:r>
              <a:rPr sz="1575" b="0">
                <a:solidFill>
                  <a:srgbClr val="F1E7D4"/>
                </a:solidFill>
              </a:rPr>
              <a:t>Agent guardrails</a:t>
            </a:r>
          </a:p>
          <a:p xmlns:a="http://schemas.openxmlformats.org/drawingml/2006/main">
            <a:pPr>
              <a:defRPr sz="1575" b="0">
                <a:solidFill>
                  <a:srgbClr val="F1E7D4"/>
                </a:solidFill>
              </a:defRPr>
            </a:pPr>
            <a:r>
              <a:rPr sz="1575" b="0">
                <a:solidFill>
                  <a:srgbClr val="F1E7D4"/>
                </a:solidFill>
              </a:rPr>
              <a:t>Audit logs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0D74DC-BFC5-45CF-9C60-4F63653B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05125"/>
            <a:ext cx="26670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D66B3D"/>
          </a:solidFill>
          <a:ln xmlns:a="http://schemas.openxmlformats.org/drawingml/2006/main" w="9525">
            <a:solidFill>
              <a:srgbClr val="D66B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4372A-E0A3-4205-B796-E9178A68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1813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FFFFF"/>
                </a:solidFill>
              </a:defRPr>
            </a:defPPr>
            <a:lvl1pPr>
              <a:defRPr sz="2025" b="1">
                <a:solidFill>
                  <a:srgbClr val="FFFFFF"/>
                </a:solidFill>
              </a:defRPr>
            </a:lvl1pPr>
            <a:lvl2pPr>
              <a:defRPr sz="2025" b="1">
                <a:solidFill>
                  <a:srgbClr val="FFFFFF"/>
                </a:solidFill>
              </a:defRPr>
            </a:lvl2pPr>
            <a:lvl3pPr>
              <a:defRPr sz="2025" b="1">
                <a:solidFill>
                  <a:srgbClr val="FFFFFF"/>
                </a:solidFill>
              </a:defRPr>
            </a:lvl3pPr>
            <a:lvl4pPr>
              <a:defRPr sz="2025" b="1">
                <a:solidFill>
                  <a:srgbClr val="FFFFFF"/>
                </a:solidFill>
              </a:defRPr>
            </a:lvl4pPr>
            <a:lvl5pPr>
              <a:defRPr sz="2025" b="1">
                <a:solidFill>
                  <a:srgbClr val="FFFFFF"/>
                </a:solidFill>
              </a:defRPr>
            </a:lvl5pPr>
            <a:lvl6pPr>
              <a:defRPr sz="2025" b="1">
                <a:solidFill>
                  <a:srgbClr val="FFFFFF"/>
                </a:solidFill>
              </a:defRPr>
            </a:lvl6pPr>
            <a:lvl7pPr>
              <a:defRPr sz="2025" b="1">
                <a:solidFill>
                  <a:srgbClr val="FFFFFF"/>
                </a:solidFill>
              </a:defRPr>
            </a:lvl7pPr>
            <a:lvl8pPr>
              <a:defRPr sz="2025" b="1">
                <a:solidFill>
                  <a:srgbClr val="FFFFFF"/>
                </a:solidFill>
              </a:defRPr>
            </a:lvl8pPr>
            <a:lvl9pPr>
              <a:defRPr sz="20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Manager tools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D83F37-02DD-4628-8D42-72612FBD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676650"/>
            <a:ext cx="1762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FFFFF"/>
                </a:solidFill>
              </a:defRPr>
            </a:defPPr>
            <a:lvl1pPr>
              <a:defRPr sz="1575" b="0">
                <a:solidFill>
                  <a:srgbClr val="FFFFFF"/>
                </a:solidFill>
              </a:defRPr>
            </a:lvl1pPr>
            <a:lvl2pPr>
              <a:defRPr sz="1575" b="0">
                <a:solidFill>
                  <a:srgbClr val="FFFFFF"/>
                </a:solidFill>
              </a:defRPr>
            </a:lvl2pPr>
            <a:lvl3pPr>
              <a:defRPr sz="1575" b="0">
                <a:solidFill>
                  <a:srgbClr val="FFFFFF"/>
                </a:solidFill>
              </a:defRPr>
            </a:lvl3pPr>
            <a:lvl4pPr>
              <a:defRPr sz="1575" b="0">
                <a:solidFill>
                  <a:srgbClr val="FFFFFF"/>
                </a:solidFill>
              </a:defRPr>
            </a:lvl4pPr>
            <a:lvl5pPr>
              <a:defRPr sz="1575" b="0">
                <a:solidFill>
                  <a:srgbClr val="FFFFFF"/>
                </a:solidFill>
              </a:defRPr>
            </a:lvl5pPr>
            <a:lvl6pPr>
              <a:defRPr sz="1575" b="0">
                <a:solidFill>
                  <a:srgbClr val="FFFFFF"/>
                </a:solidFill>
              </a:defRPr>
            </a:lvl6pPr>
            <a:lvl7pPr>
              <a:defRPr sz="1575" b="0">
                <a:solidFill>
                  <a:srgbClr val="FFFFFF"/>
                </a:solidFill>
              </a:defRPr>
            </a:lvl7pPr>
            <a:lvl8pPr>
              <a:defRPr sz="1575" b="0">
                <a:solidFill>
                  <a:srgbClr val="FFFFFF"/>
                </a:solidFill>
              </a:defRPr>
            </a:lvl8pPr>
            <a:lvl9pPr>
              <a:defRPr sz="15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Catalogue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Documents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Audit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373807-ACBA-4118-B3EA-4CBE6E70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10000"/>
            <a:ext cx="12192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E7B64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664C02-9A7E-41D4-B3E9-B513AB7E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10000"/>
            <a:ext cx="12192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E7B64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72026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AD5249-FD3D-4177-A880-8BAF335F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66B3D"/>
                </a:solidFill>
              </a:defRPr>
            </a:defPPr>
            <a:lvl1pPr>
              <a:defRPr sz="975" b="1">
                <a:solidFill>
                  <a:srgbClr val="D66B3D"/>
                </a:solidFill>
              </a:defRPr>
            </a:lvl1pPr>
            <a:lvl2pPr>
              <a:defRPr sz="975" b="1">
                <a:solidFill>
                  <a:srgbClr val="D66B3D"/>
                </a:solidFill>
              </a:defRPr>
            </a:lvl2pPr>
            <a:lvl3pPr>
              <a:defRPr sz="975" b="1">
                <a:solidFill>
                  <a:srgbClr val="D66B3D"/>
                </a:solidFill>
              </a:defRPr>
            </a:lvl3pPr>
            <a:lvl4pPr>
              <a:defRPr sz="975" b="1">
                <a:solidFill>
                  <a:srgbClr val="D66B3D"/>
                </a:solidFill>
              </a:defRPr>
            </a:lvl4pPr>
            <a:lvl5pPr>
              <a:defRPr sz="975" b="1">
                <a:solidFill>
                  <a:srgbClr val="D66B3D"/>
                </a:solidFill>
              </a:defRPr>
            </a:lvl5pPr>
            <a:lvl6pPr>
              <a:defRPr sz="975" b="1">
                <a:solidFill>
                  <a:srgbClr val="D66B3D"/>
                </a:solidFill>
              </a:defRPr>
            </a:lvl6pPr>
            <a:lvl7pPr>
              <a:defRPr sz="975" b="1">
                <a:solidFill>
                  <a:srgbClr val="D66B3D"/>
                </a:solidFill>
              </a:defRPr>
            </a:lvl7pPr>
            <a:lvl8pPr>
              <a:defRPr sz="975" b="1">
                <a:solidFill>
                  <a:srgbClr val="D66B3D"/>
                </a:solidFill>
              </a:defRPr>
            </a:lvl8pPr>
            <a:lvl9pPr>
              <a:defRPr sz="975" b="1">
                <a:solidFill>
                  <a:srgbClr val="D66B3D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D66B3D"/>
                </a:solidFill>
              </a:defRPr>
            </a:pPr>
            <a:r>
              <a:rPr sz="975" b="1">
                <a:solidFill>
                  <a:srgbClr val="D66B3D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6A971-E7F3-4F1A-B63E-B8B10F60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5261F"/>
                </a:solidFill>
              </a:defRPr>
            </a:defPPr>
            <a:lvl1pPr>
              <a:defRPr sz="2775" b="1">
                <a:solidFill>
                  <a:srgbClr val="15261F"/>
                </a:solidFill>
              </a:defRPr>
            </a:lvl1pPr>
            <a:lvl2pPr>
              <a:defRPr sz="2775" b="1">
                <a:solidFill>
                  <a:srgbClr val="15261F"/>
                </a:solidFill>
              </a:defRPr>
            </a:lvl2pPr>
            <a:lvl3pPr>
              <a:defRPr sz="2775" b="1">
                <a:solidFill>
                  <a:srgbClr val="15261F"/>
                </a:solidFill>
              </a:defRPr>
            </a:lvl3pPr>
            <a:lvl4pPr>
              <a:defRPr sz="2775" b="1">
                <a:solidFill>
                  <a:srgbClr val="15261F"/>
                </a:solidFill>
              </a:defRPr>
            </a:lvl4pPr>
            <a:lvl5pPr>
              <a:defRPr sz="2775" b="1">
                <a:solidFill>
                  <a:srgbClr val="15261F"/>
                </a:solidFill>
              </a:defRPr>
            </a:lvl5pPr>
            <a:lvl6pPr>
              <a:defRPr sz="2775" b="1">
                <a:solidFill>
                  <a:srgbClr val="15261F"/>
                </a:solidFill>
              </a:defRPr>
            </a:lvl6pPr>
            <a:lvl7pPr>
              <a:defRPr sz="2775" b="1">
                <a:solidFill>
                  <a:srgbClr val="15261F"/>
                </a:solidFill>
              </a:defRPr>
            </a:lvl7pPr>
            <a:lvl8pPr>
              <a:defRPr sz="2775" b="1">
                <a:solidFill>
                  <a:srgbClr val="15261F"/>
                </a:solidFill>
              </a:defRPr>
            </a:lvl8pPr>
            <a:lvl9pPr>
              <a:defRPr sz="2775" b="1">
                <a:solidFill>
                  <a:srgbClr val="15261F"/>
                </a:solidFill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61F"/>
                </a:solidFill>
              </a:defRPr>
            </a:pPr>
            <a:r>
              <a:rPr sz="2775" b="1">
                <a:solidFill>
                  <a:srgbClr val="15261F"/>
                </a:solidFill>
              </a:rPr>
              <a:t>A controlled path from a message to verified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4D6D8-FE5B-493C-80CD-05B443A1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43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66756D"/>
                </a:solidFill>
              </a:defRPr>
            </a:defPPr>
            <a:lvl1pPr>
              <a:defRPr sz="900" b="1">
                <a:solidFill>
                  <a:srgbClr val="66756D"/>
                </a:solidFill>
              </a:defRPr>
            </a:lvl1pPr>
            <a:lvl2pPr>
              <a:defRPr sz="900" b="1">
                <a:solidFill>
                  <a:srgbClr val="66756D"/>
                </a:solidFill>
              </a:defRPr>
            </a:lvl2pPr>
            <a:lvl3pPr>
              <a:defRPr sz="900" b="1">
                <a:solidFill>
                  <a:srgbClr val="66756D"/>
                </a:solidFill>
              </a:defRPr>
            </a:lvl3pPr>
            <a:lvl4pPr>
              <a:defRPr sz="900" b="1">
                <a:solidFill>
                  <a:srgbClr val="66756D"/>
                </a:solidFill>
              </a:defRPr>
            </a:lvl4pPr>
            <a:lvl5pPr>
              <a:defRPr sz="900" b="1">
                <a:solidFill>
                  <a:srgbClr val="66756D"/>
                </a:solidFill>
              </a:defRPr>
            </a:lvl5pPr>
            <a:lvl6pPr>
              <a:defRPr sz="900" b="1">
                <a:solidFill>
                  <a:srgbClr val="66756D"/>
                </a:solidFill>
              </a:defRPr>
            </a:lvl6pPr>
            <a:lvl7pPr>
              <a:defRPr sz="900" b="1">
                <a:solidFill>
                  <a:srgbClr val="66756D"/>
                </a:solidFill>
              </a:defRPr>
            </a:lvl7pPr>
            <a:lvl8pPr>
              <a:defRPr sz="900" b="1">
                <a:solidFill>
                  <a:srgbClr val="66756D"/>
                </a:solidFill>
              </a:defRPr>
            </a:lvl8pPr>
            <a:lvl9pPr>
              <a:defRPr sz="900" b="1">
                <a:solidFill>
                  <a:srgbClr val="66756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6756D"/>
                </a:solidFill>
              </a:defRPr>
            </a:pPr>
            <a:r>
              <a:rPr sz="900" b="1">
                <a:solidFill>
                  <a:srgbClr val="66756D"/>
                </a:solidFill>
              </a:rPr>
              <a:t>SHOPMATE AI  /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863F9-9278-4013-957D-F7D987A6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9D8B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43B8C9-59F0-4FE4-BAC5-D0B86C18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8097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2F6B4F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123C2F-B2A7-4670-AA55-6E6D4DBA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  <a:lvl1pPr>
              <a:defRPr sz="1650" b="1">
                <a:solidFill>
                  <a:srgbClr val="FFFFFF"/>
                </a:solidFill>
              </a:defRPr>
            </a:lvl1pPr>
            <a:lvl2pPr>
              <a:defRPr sz="1650" b="1">
                <a:solidFill>
                  <a:srgbClr val="FFFFFF"/>
                </a:solidFill>
              </a:defRPr>
            </a:lvl2pPr>
            <a:lvl3pPr>
              <a:defRPr sz="1650" b="1">
                <a:solidFill>
                  <a:srgbClr val="FFFFFF"/>
                </a:solidFill>
              </a:defRPr>
            </a:lvl3pPr>
            <a:lvl4pPr>
              <a:defRPr sz="1650" b="1">
                <a:solidFill>
                  <a:srgbClr val="FFFFFF"/>
                </a:solidFill>
              </a:defRPr>
            </a:lvl4pPr>
            <a:lvl5pPr>
              <a:defRPr sz="1650" b="1">
                <a:solidFill>
                  <a:srgbClr val="FFFFFF"/>
                </a:solidFill>
              </a:defRPr>
            </a:lvl5pPr>
            <a:lvl6pPr>
              <a:defRPr sz="1650" b="1">
                <a:solidFill>
                  <a:srgbClr val="FFFFFF"/>
                </a:solidFill>
              </a:defRPr>
            </a:lvl6pPr>
            <a:lvl7pPr>
              <a:defRPr sz="1650" b="1">
                <a:solidFill>
                  <a:srgbClr val="FFFFFF"/>
                </a:solidFill>
              </a:defRPr>
            </a:lvl7pPr>
            <a:lvl8pPr>
              <a:defRPr sz="1650" b="1">
                <a:solidFill>
                  <a:srgbClr val="FFFFFF"/>
                </a:solidFill>
              </a:defRPr>
            </a:lvl8pPr>
            <a:lvl9pPr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Expo mobile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5B3D05-2982-4A11-8D11-BEC74474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76500"/>
            <a:ext cx="18097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15261F"/>
          </a:solidFill>
          <a:ln xmlns:a="http://schemas.openxmlformats.org/drawingml/2006/main" w="9525">
            <a:solidFill>
              <a:srgbClr val="1526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8FA561-5232-4C66-A0B1-4D278BC1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0510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  <a:lvl1pPr>
              <a:defRPr sz="1650" b="1">
                <a:solidFill>
                  <a:srgbClr val="FFFFFF"/>
                </a:solidFill>
              </a:defRPr>
            </a:lvl1pPr>
            <a:lvl2pPr>
              <a:defRPr sz="1650" b="1">
                <a:solidFill>
                  <a:srgbClr val="FFFFFF"/>
                </a:solidFill>
              </a:defRPr>
            </a:lvl2pPr>
            <a:lvl3pPr>
              <a:defRPr sz="1650" b="1">
                <a:solidFill>
                  <a:srgbClr val="FFFFFF"/>
                </a:solidFill>
              </a:defRPr>
            </a:lvl3pPr>
            <a:lvl4pPr>
              <a:defRPr sz="1650" b="1">
                <a:solidFill>
                  <a:srgbClr val="FFFFFF"/>
                </a:solidFill>
              </a:defRPr>
            </a:lvl4pPr>
            <a:lvl5pPr>
              <a:defRPr sz="1650" b="1">
                <a:solidFill>
                  <a:srgbClr val="FFFFFF"/>
                </a:solidFill>
              </a:defRPr>
            </a:lvl5pPr>
            <a:lvl6pPr>
              <a:defRPr sz="1650" b="1">
                <a:solidFill>
                  <a:srgbClr val="FFFFFF"/>
                </a:solidFill>
              </a:defRPr>
            </a:lvl6pPr>
            <a:lvl7pPr>
              <a:defRPr sz="1650" b="1">
                <a:solidFill>
                  <a:srgbClr val="FFFFFF"/>
                </a:solidFill>
              </a:defRPr>
            </a:lvl7pPr>
            <a:lvl8pPr>
              <a:defRPr sz="1650" b="1">
                <a:solidFill>
                  <a:srgbClr val="FFFFFF"/>
                </a:solidFill>
              </a:defRPr>
            </a:lvl8pPr>
            <a:lvl9pPr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Express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23F02-E82D-4ECE-B272-732A70EC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90750"/>
            <a:ext cx="18097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D66B3D"/>
          </a:solidFill>
          <a:ln xmlns:a="http://schemas.openxmlformats.org/drawingml/2006/main" w="9525">
            <a:solidFill>
              <a:srgbClr val="D66B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762B8-7AF8-42DD-B8A3-8D945D6D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193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  <a:lvl1pPr>
              <a:defRPr sz="1650" b="1">
                <a:solidFill>
                  <a:srgbClr val="FFFFFF"/>
                </a:solidFill>
              </a:defRPr>
            </a:lvl1pPr>
            <a:lvl2pPr>
              <a:defRPr sz="1650" b="1">
                <a:solidFill>
                  <a:srgbClr val="FFFFFF"/>
                </a:solidFill>
              </a:defRPr>
            </a:lvl2pPr>
            <a:lvl3pPr>
              <a:defRPr sz="1650" b="1">
                <a:solidFill>
                  <a:srgbClr val="FFFFFF"/>
                </a:solidFill>
              </a:defRPr>
            </a:lvl3pPr>
            <a:lvl4pPr>
              <a:defRPr sz="1650" b="1">
                <a:solidFill>
                  <a:srgbClr val="FFFFFF"/>
                </a:solidFill>
              </a:defRPr>
            </a:lvl4pPr>
            <a:lvl5pPr>
              <a:defRPr sz="1650" b="1">
                <a:solidFill>
                  <a:srgbClr val="FFFFFF"/>
                </a:solidFill>
              </a:defRPr>
            </a:lvl5pPr>
            <a:lvl6pPr>
              <a:defRPr sz="1650" b="1">
                <a:solidFill>
                  <a:srgbClr val="FFFFFF"/>
                </a:solidFill>
              </a:defRPr>
            </a:lvl6pPr>
            <a:lvl7pPr>
              <a:defRPr sz="1650" b="1">
                <a:solidFill>
                  <a:srgbClr val="FFFFFF"/>
                </a:solidFill>
              </a:defRPr>
            </a:lvl7pPr>
            <a:lvl8pPr>
              <a:defRPr sz="1650" b="1">
                <a:solidFill>
                  <a:srgbClr val="FFFFFF"/>
                </a:solidFill>
              </a:defRPr>
            </a:lvl8pPr>
            <a:lvl9pPr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PostgreSQL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+ pgvector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0AF04E-774B-49C6-BDF9-13F61061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76625"/>
            <a:ext cx="18097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E7B64C"/>
          </a:solidFill>
          <a:ln xmlns:a="http://schemas.openxmlformats.org/drawingml/2006/main" w="9525">
            <a:solidFill>
              <a:srgbClr val="E7B64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90CBAF-9FEA-4B86-B523-AA313158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05225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5261F"/>
                </a:solidFill>
              </a:defRPr>
            </a:defPPr>
            <a:lvl1pPr>
              <a:defRPr sz="1650" b="1">
                <a:solidFill>
                  <a:srgbClr val="15261F"/>
                </a:solidFill>
              </a:defRPr>
            </a:lvl1pPr>
            <a:lvl2pPr>
              <a:defRPr sz="1650" b="1">
                <a:solidFill>
                  <a:srgbClr val="15261F"/>
                </a:solidFill>
              </a:defRPr>
            </a:lvl2pPr>
            <a:lvl3pPr>
              <a:defRPr sz="1650" b="1">
                <a:solidFill>
                  <a:srgbClr val="15261F"/>
                </a:solidFill>
              </a:defRPr>
            </a:lvl3pPr>
            <a:lvl4pPr>
              <a:defRPr sz="1650" b="1">
                <a:solidFill>
                  <a:srgbClr val="15261F"/>
                </a:solidFill>
              </a:defRPr>
            </a:lvl4pPr>
            <a:lvl5pPr>
              <a:defRPr sz="1650" b="1">
                <a:solidFill>
                  <a:srgbClr val="15261F"/>
                </a:solidFill>
              </a:defRPr>
            </a:lvl5pPr>
            <a:lvl6pPr>
              <a:defRPr sz="1650" b="1">
                <a:solidFill>
                  <a:srgbClr val="15261F"/>
                </a:solidFill>
              </a:defRPr>
            </a:lvl6pPr>
            <a:lvl7pPr>
              <a:defRPr sz="1650" b="1">
                <a:solidFill>
                  <a:srgbClr val="15261F"/>
                </a:solidFill>
              </a:defRPr>
            </a:lvl7pPr>
            <a:lvl8pPr>
              <a:defRPr sz="1650" b="1">
                <a:solidFill>
                  <a:srgbClr val="15261F"/>
                </a:solidFill>
              </a:defRPr>
            </a:lvl8pPr>
            <a:lvl9pPr>
              <a:defRPr sz="1650" b="1">
                <a:solidFill>
                  <a:srgbClr val="15261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61F"/>
                </a:solidFill>
              </a:defRPr>
            </a:pPr>
            <a:r>
              <a:rPr sz="1650" b="1">
                <a:solidFill>
                  <a:srgbClr val="15261F"/>
                </a:solidFill>
              </a:rPr>
              <a:t>LLM provider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00103-D834-45C4-8D15-EA4F0B45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18097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B9D8BE"/>
          </a:solidFill>
          <a:ln xmlns:a="http://schemas.openxmlformats.org/drawingml/2006/main" w="9525">
            <a:solidFill>
              <a:srgbClr val="B9D8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85DA4D-4F02-460F-8FDC-14C6B75B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193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5261F"/>
                </a:solidFill>
              </a:defRPr>
            </a:defPPr>
            <a:lvl1pPr>
              <a:defRPr sz="1650" b="1">
                <a:solidFill>
                  <a:srgbClr val="15261F"/>
                </a:solidFill>
              </a:defRPr>
            </a:lvl1pPr>
            <a:lvl2pPr>
              <a:defRPr sz="1650" b="1">
                <a:solidFill>
                  <a:srgbClr val="15261F"/>
                </a:solidFill>
              </a:defRPr>
            </a:lvl2pPr>
            <a:lvl3pPr>
              <a:defRPr sz="1650" b="1">
                <a:solidFill>
                  <a:srgbClr val="15261F"/>
                </a:solidFill>
              </a:defRPr>
            </a:lvl3pPr>
            <a:lvl4pPr>
              <a:defRPr sz="1650" b="1">
                <a:solidFill>
                  <a:srgbClr val="15261F"/>
                </a:solidFill>
              </a:defRPr>
            </a:lvl4pPr>
            <a:lvl5pPr>
              <a:defRPr sz="1650" b="1">
                <a:solidFill>
                  <a:srgbClr val="15261F"/>
                </a:solidFill>
              </a:defRPr>
            </a:lvl5pPr>
            <a:lvl6pPr>
              <a:defRPr sz="1650" b="1">
                <a:solidFill>
                  <a:srgbClr val="15261F"/>
                </a:solidFill>
              </a:defRPr>
            </a:lvl6pPr>
            <a:lvl7pPr>
              <a:defRPr sz="1650" b="1">
                <a:solidFill>
                  <a:srgbClr val="15261F"/>
                </a:solidFill>
              </a:defRPr>
            </a:lvl7pPr>
            <a:lvl8pPr>
              <a:defRPr sz="1650" b="1">
                <a:solidFill>
                  <a:srgbClr val="15261F"/>
                </a:solidFill>
              </a:defRPr>
            </a:lvl8pPr>
            <a:lvl9pPr>
              <a:defRPr sz="1650" b="1">
                <a:solidFill>
                  <a:srgbClr val="15261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61F"/>
                </a:solidFill>
              </a:defRPr>
            </a:pPr>
            <a:r>
              <a:rPr sz="1650" b="1">
                <a:solidFill>
                  <a:srgbClr val="15261F"/>
                </a:solidFill>
              </a:rPr>
              <a:t>MCP shipment</a:t>
            </a:r>
          </a:p>
          <a:p xmlns:a="http://schemas.openxmlformats.org/drawingml/2006/main">
            <a:pPr>
              <a:defRPr sz="1650" b="1">
                <a:solidFill>
                  <a:srgbClr val="15261F"/>
                </a:solidFill>
              </a:defRPr>
            </a:pPr>
            <a:r>
              <a:rPr sz="1650" b="1">
                <a:solidFill>
                  <a:srgbClr val="15261F"/>
                </a:solidFill>
              </a:rPr>
              <a:t>server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7554FE-F30F-4DAC-B6F4-2259396F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76625"/>
            <a:ext cx="18097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1E7D4"/>
          </a:solidFill>
          <a:ln xmlns:a="http://schemas.openxmlformats.org/drawingml/2006/main" w="9525">
            <a:solidFill>
              <a:srgbClr val="F1E7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3D69C9-D7AF-491B-BD9E-027BBC07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05225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5261F"/>
                </a:solidFill>
              </a:defRPr>
            </a:defPPr>
            <a:lvl1pPr>
              <a:defRPr sz="1650" b="1">
                <a:solidFill>
                  <a:srgbClr val="15261F"/>
                </a:solidFill>
              </a:defRPr>
            </a:lvl1pPr>
            <a:lvl2pPr>
              <a:defRPr sz="1650" b="1">
                <a:solidFill>
                  <a:srgbClr val="15261F"/>
                </a:solidFill>
              </a:defRPr>
            </a:lvl2pPr>
            <a:lvl3pPr>
              <a:defRPr sz="1650" b="1">
                <a:solidFill>
                  <a:srgbClr val="15261F"/>
                </a:solidFill>
              </a:defRPr>
            </a:lvl3pPr>
            <a:lvl4pPr>
              <a:defRPr sz="1650" b="1">
                <a:solidFill>
                  <a:srgbClr val="15261F"/>
                </a:solidFill>
              </a:defRPr>
            </a:lvl4pPr>
            <a:lvl5pPr>
              <a:defRPr sz="1650" b="1">
                <a:solidFill>
                  <a:srgbClr val="15261F"/>
                </a:solidFill>
              </a:defRPr>
            </a:lvl5pPr>
            <a:lvl6pPr>
              <a:defRPr sz="1650" b="1">
                <a:solidFill>
                  <a:srgbClr val="15261F"/>
                </a:solidFill>
              </a:defRPr>
            </a:lvl6pPr>
            <a:lvl7pPr>
              <a:defRPr sz="1650" b="1">
                <a:solidFill>
                  <a:srgbClr val="15261F"/>
                </a:solidFill>
              </a:defRPr>
            </a:lvl7pPr>
            <a:lvl8pPr>
              <a:defRPr sz="1650" b="1">
                <a:solidFill>
                  <a:srgbClr val="15261F"/>
                </a:solidFill>
              </a:defRPr>
            </a:lvl8pPr>
            <a:lvl9pPr>
              <a:defRPr sz="1650" b="1">
                <a:solidFill>
                  <a:srgbClr val="15261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61F"/>
                </a:solidFill>
              </a:defRPr>
            </a:pPr>
            <a:r>
              <a:rPr sz="1650" b="1">
                <a:solidFill>
                  <a:srgbClr val="15261F"/>
                </a:solidFill>
              </a:rPr>
              <a:t>n8n webhook</a:t>
            </a:r>
          </a:p>
          <a:p xmlns:a="http://schemas.openxmlformats.org/drawingml/2006/main">
            <a:pPr>
              <a:defRPr sz="1650" b="1">
                <a:solidFill>
                  <a:srgbClr val="15261F"/>
                </a:solidFill>
              </a:defRPr>
            </a:pPr>
            <a:r>
              <a:rPr sz="1650" b="1">
                <a:solidFill>
                  <a:srgbClr val="15261F"/>
                </a:solidFill>
              </a:rPr>
              <a:t>optional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366160-5BD2-45A1-8892-A81AAF12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24175"/>
            <a:ext cx="571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F6B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B137ED-F415-45A2-9A90-4AE3C73D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38425"/>
            <a:ext cx="571500" cy="762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F6B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820ADD-6ACA-464F-9D19-D857105D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571500" cy="7620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F6B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C393A1-53DA-4FE8-871C-71BF064A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38425"/>
            <a:ext cx="857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F6B4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F70EF8-E437-4A84-A537-72943B88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05250"/>
            <a:ext cx="857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F6B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51E592-AEC8-4F13-9054-4832EEAD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66756D"/>
                </a:solidFill>
              </a:defRPr>
            </a:defPPr>
            <a:lvl1pPr>
              <a:defRPr sz="1650" b="1">
                <a:solidFill>
                  <a:srgbClr val="66756D"/>
                </a:solidFill>
              </a:defRPr>
            </a:lvl1pPr>
            <a:lvl2pPr>
              <a:defRPr sz="1650" b="1">
                <a:solidFill>
                  <a:srgbClr val="66756D"/>
                </a:solidFill>
              </a:defRPr>
            </a:lvl2pPr>
            <a:lvl3pPr>
              <a:defRPr sz="1650" b="1">
                <a:solidFill>
                  <a:srgbClr val="66756D"/>
                </a:solidFill>
              </a:defRPr>
            </a:lvl3pPr>
            <a:lvl4pPr>
              <a:defRPr sz="1650" b="1">
                <a:solidFill>
                  <a:srgbClr val="66756D"/>
                </a:solidFill>
              </a:defRPr>
            </a:lvl4pPr>
            <a:lvl5pPr>
              <a:defRPr sz="1650" b="1">
                <a:solidFill>
                  <a:srgbClr val="66756D"/>
                </a:solidFill>
              </a:defRPr>
            </a:lvl5pPr>
            <a:lvl6pPr>
              <a:defRPr sz="1650" b="1">
                <a:solidFill>
                  <a:srgbClr val="66756D"/>
                </a:solidFill>
              </a:defRPr>
            </a:lvl6pPr>
            <a:lvl7pPr>
              <a:defRPr sz="1650" b="1">
                <a:solidFill>
                  <a:srgbClr val="66756D"/>
                </a:solidFill>
              </a:defRPr>
            </a:lvl7pPr>
            <a:lvl8pPr>
              <a:defRPr sz="1650" b="1">
                <a:solidFill>
                  <a:srgbClr val="66756D"/>
                </a:solidFill>
              </a:defRPr>
            </a:lvl8pPr>
            <a:lvl9pPr>
              <a:defRPr sz="1650" b="1">
                <a:solidFill>
                  <a:srgbClr val="66756D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6756D"/>
                </a:solidFill>
              </a:defRPr>
            </a:pPr>
            <a:r>
              <a:rPr sz="1650" b="1">
                <a:solidFill>
                  <a:srgbClr val="66756D"/>
                </a:solidFill>
              </a:rPr>
              <a:t>JWT provides user and store context. The server ignores any storeId sent by the client.</a:t>
            </a:r>
          </a:p>
        </p:txBody>
      </p:sp>
    </p:spTree>
    <p:extLst>
      <p:ext uri="{BB962C8B-B14F-4D97-AF65-F5344CB8AC3E}">
        <p14:creationId xmlns:p14="http://schemas.microsoft.com/office/powerpoint/2010/main" val="14496668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100AE0-E0A6-4500-995A-38512A51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66B3D"/>
                </a:solidFill>
              </a:defRPr>
            </a:defPPr>
            <a:lvl1pPr>
              <a:defRPr sz="975" b="1">
                <a:solidFill>
                  <a:srgbClr val="D66B3D"/>
                </a:solidFill>
              </a:defRPr>
            </a:lvl1pPr>
            <a:lvl2pPr>
              <a:defRPr sz="975" b="1">
                <a:solidFill>
                  <a:srgbClr val="D66B3D"/>
                </a:solidFill>
              </a:defRPr>
            </a:lvl2pPr>
            <a:lvl3pPr>
              <a:defRPr sz="975" b="1">
                <a:solidFill>
                  <a:srgbClr val="D66B3D"/>
                </a:solidFill>
              </a:defRPr>
            </a:lvl3pPr>
            <a:lvl4pPr>
              <a:defRPr sz="975" b="1">
                <a:solidFill>
                  <a:srgbClr val="D66B3D"/>
                </a:solidFill>
              </a:defRPr>
            </a:lvl4pPr>
            <a:lvl5pPr>
              <a:defRPr sz="975" b="1">
                <a:solidFill>
                  <a:srgbClr val="D66B3D"/>
                </a:solidFill>
              </a:defRPr>
            </a:lvl5pPr>
            <a:lvl6pPr>
              <a:defRPr sz="975" b="1">
                <a:solidFill>
                  <a:srgbClr val="D66B3D"/>
                </a:solidFill>
              </a:defRPr>
            </a:lvl6pPr>
            <a:lvl7pPr>
              <a:defRPr sz="975" b="1">
                <a:solidFill>
                  <a:srgbClr val="D66B3D"/>
                </a:solidFill>
              </a:defRPr>
            </a:lvl7pPr>
            <a:lvl8pPr>
              <a:defRPr sz="975" b="1">
                <a:solidFill>
                  <a:srgbClr val="D66B3D"/>
                </a:solidFill>
              </a:defRPr>
            </a:lvl8pPr>
            <a:lvl9pPr>
              <a:defRPr sz="975" b="1">
                <a:solidFill>
                  <a:srgbClr val="D66B3D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D66B3D"/>
                </a:solidFill>
              </a:defRPr>
            </a:pPr>
            <a:r>
              <a:rPr sz="975" b="1">
                <a:solidFill>
                  <a:srgbClr val="D66B3D"/>
                </a:solidFill>
              </a:rPr>
              <a:t>AGENT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96802-4682-4BA2-8D00-0114EC26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5261F"/>
                </a:solidFill>
              </a:defRPr>
            </a:defPPr>
            <a:lvl1pPr>
              <a:defRPr sz="2775" b="1">
                <a:solidFill>
                  <a:srgbClr val="15261F"/>
                </a:solidFill>
              </a:defRPr>
            </a:lvl1pPr>
            <a:lvl2pPr>
              <a:defRPr sz="2775" b="1">
                <a:solidFill>
                  <a:srgbClr val="15261F"/>
                </a:solidFill>
              </a:defRPr>
            </a:lvl2pPr>
            <a:lvl3pPr>
              <a:defRPr sz="2775" b="1">
                <a:solidFill>
                  <a:srgbClr val="15261F"/>
                </a:solidFill>
              </a:defRPr>
            </a:lvl3pPr>
            <a:lvl4pPr>
              <a:defRPr sz="2775" b="1">
                <a:solidFill>
                  <a:srgbClr val="15261F"/>
                </a:solidFill>
              </a:defRPr>
            </a:lvl4pPr>
            <a:lvl5pPr>
              <a:defRPr sz="2775" b="1">
                <a:solidFill>
                  <a:srgbClr val="15261F"/>
                </a:solidFill>
              </a:defRPr>
            </a:lvl5pPr>
            <a:lvl6pPr>
              <a:defRPr sz="2775" b="1">
                <a:solidFill>
                  <a:srgbClr val="15261F"/>
                </a:solidFill>
              </a:defRPr>
            </a:lvl6pPr>
            <a:lvl7pPr>
              <a:defRPr sz="2775" b="1">
                <a:solidFill>
                  <a:srgbClr val="15261F"/>
                </a:solidFill>
              </a:defRPr>
            </a:lvl7pPr>
            <a:lvl8pPr>
              <a:defRPr sz="2775" b="1">
                <a:solidFill>
                  <a:srgbClr val="15261F"/>
                </a:solidFill>
              </a:defRPr>
            </a:lvl8pPr>
            <a:lvl9pPr>
              <a:defRPr sz="2775" b="1">
                <a:solidFill>
                  <a:srgbClr val="15261F"/>
                </a:solidFill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61F"/>
                </a:solidFill>
              </a:defRPr>
            </a:pPr>
            <a:r>
              <a:rPr sz="2775" b="1">
                <a:solidFill>
                  <a:srgbClr val="15261F"/>
                </a:solidFill>
              </a:rPr>
              <a:t>RAG answers knowledge questions. Tools read or act on live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70E0C-F148-47C5-BB68-DC6C255B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43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66756D"/>
                </a:solidFill>
              </a:defRPr>
            </a:defPPr>
            <a:lvl1pPr>
              <a:defRPr sz="900" b="1">
                <a:solidFill>
                  <a:srgbClr val="66756D"/>
                </a:solidFill>
              </a:defRPr>
            </a:lvl1pPr>
            <a:lvl2pPr>
              <a:defRPr sz="900" b="1">
                <a:solidFill>
                  <a:srgbClr val="66756D"/>
                </a:solidFill>
              </a:defRPr>
            </a:lvl2pPr>
            <a:lvl3pPr>
              <a:defRPr sz="900" b="1">
                <a:solidFill>
                  <a:srgbClr val="66756D"/>
                </a:solidFill>
              </a:defRPr>
            </a:lvl3pPr>
            <a:lvl4pPr>
              <a:defRPr sz="900" b="1">
                <a:solidFill>
                  <a:srgbClr val="66756D"/>
                </a:solidFill>
              </a:defRPr>
            </a:lvl4pPr>
            <a:lvl5pPr>
              <a:defRPr sz="900" b="1">
                <a:solidFill>
                  <a:srgbClr val="66756D"/>
                </a:solidFill>
              </a:defRPr>
            </a:lvl5pPr>
            <a:lvl6pPr>
              <a:defRPr sz="900" b="1">
                <a:solidFill>
                  <a:srgbClr val="66756D"/>
                </a:solidFill>
              </a:defRPr>
            </a:lvl6pPr>
            <a:lvl7pPr>
              <a:defRPr sz="900" b="1">
                <a:solidFill>
                  <a:srgbClr val="66756D"/>
                </a:solidFill>
              </a:defRPr>
            </a:lvl7pPr>
            <a:lvl8pPr>
              <a:defRPr sz="900" b="1">
                <a:solidFill>
                  <a:srgbClr val="66756D"/>
                </a:solidFill>
              </a:defRPr>
            </a:lvl8pPr>
            <a:lvl9pPr>
              <a:defRPr sz="900" b="1">
                <a:solidFill>
                  <a:srgbClr val="66756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6756D"/>
                </a:solidFill>
              </a:defRPr>
            </a:pPr>
            <a:r>
              <a:rPr sz="900" b="1">
                <a:solidFill>
                  <a:srgbClr val="66756D"/>
                </a:solidFill>
              </a:rPr>
              <a:t>SHOPMATE AI  /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DBD2E-0E5B-4A1F-82A4-5626851C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9D8B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AFEE2-050B-4921-9FD2-DBDDD6CA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43125"/>
            <a:ext cx="4810125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1E7D4"/>
          </a:solidFill>
          <a:ln xmlns:a="http://schemas.openxmlformats.org/drawingml/2006/main" w="9525">
            <a:solidFill>
              <a:srgbClr val="F1E7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B063B-376B-423C-92D8-A61C3B88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57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F6B4F"/>
                </a:solidFill>
              </a:defRPr>
            </a:defPPr>
            <a:lvl1pPr>
              <a:defRPr sz="2100" b="1">
                <a:solidFill>
                  <a:srgbClr val="2F6B4F"/>
                </a:solidFill>
              </a:defRPr>
            </a:lvl1pPr>
            <a:lvl2pPr>
              <a:defRPr sz="2100" b="1">
                <a:solidFill>
                  <a:srgbClr val="2F6B4F"/>
                </a:solidFill>
              </a:defRPr>
            </a:lvl2pPr>
            <a:lvl3pPr>
              <a:defRPr sz="2100" b="1">
                <a:solidFill>
                  <a:srgbClr val="2F6B4F"/>
                </a:solidFill>
              </a:defRPr>
            </a:lvl3pPr>
            <a:lvl4pPr>
              <a:defRPr sz="2100" b="1">
                <a:solidFill>
                  <a:srgbClr val="2F6B4F"/>
                </a:solidFill>
              </a:defRPr>
            </a:lvl4pPr>
            <a:lvl5pPr>
              <a:defRPr sz="2100" b="1">
                <a:solidFill>
                  <a:srgbClr val="2F6B4F"/>
                </a:solidFill>
              </a:defRPr>
            </a:lvl5pPr>
            <a:lvl6pPr>
              <a:defRPr sz="2100" b="1">
                <a:solidFill>
                  <a:srgbClr val="2F6B4F"/>
                </a:solidFill>
              </a:defRPr>
            </a:lvl6pPr>
            <a:lvl7pPr>
              <a:defRPr sz="2100" b="1">
                <a:solidFill>
                  <a:srgbClr val="2F6B4F"/>
                </a:solidFill>
              </a:defRPr>
            </a:lvl7pPr>
            <a:lvl8pPr>
              <a:defRPr sz="2100" b="1">
                <a:solidFill>
                  <a:srgbClr val="2F6B4F"/>
                </a:solidFill>
              </a:defRPr>
            </a:lvl8pPr>
            <a:lvl9pPr>
              <a:defRPr sz="2100" b="1">
                <a:solidFill>
                  <a:srgbClr val="2F6B4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F6B4F"/>
                </a:solidFill>
              </a:defRPr>
            </a:pPr>
            <a:r>
              <a:rPr sz="2100" b="1">
                <a:solidFill>
                  <a:srgbClr val="2F6B4F"/>
                </a:solidFill>
              </a:rPr>
              <a:t>RAG: store knowledge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2456C-3A13-4329-B06C-818815F4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527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4F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F1866-1B71-4FB4-8FEC-1F87D1E8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67050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5261F"/>
                </a:solidFill>
              </a:defRPr>
            </a:defPPr>
            <a:lvl1pPr>
              <a:defRPr sz="1575" b="0">
                <a:solidFill>
                  <a:srgbClr val="15261F"/>
                </a:solidFill>
              </a:defRPr>
            </a:lvl1pPr>
            <a:lvl2pPr>
              <a:defRPr sz="1575" b="0">
                <a:solidFill>
                  <a:srgbClr val="15261F"/>
                </a:solidFill>
              </a:defRPr>
            </a:lvl2pPr>
            <a:lvl3pPr>
              <a:defRPr sz="1575" b="0">
                <a:solidFill>
                  <a:srgbClr val="15261F"/>
                </a:solidFill>
              </a:defRPr>
            </a:lvl3pPr>
            <a:lvl4pPr>
              <a:defRPr sz="1575" b="0">
                <a:solidFill>
                  <a:srgbClr val="15261F"/>
                </a:solidFill>
              </a:defRPr>
            </a:lvl4pPr>
            <a:lvl5pPr>
              <a:defRPr sz="1575" b="0">
                <a:solidFill>
                  <a:srgbClr val="15261F"/>
                </a:solidFill>
              </a:defRPr>
            </a:lvl5pPr>
            <a:lvl6pPr>
              <a:defRPr sz="1575" b="0">
                <a:solidFill>
                  <a:srgbClr val="15261F"/>
                </a:solidFill>
              </a:defRPr>
            </a:lvl6pPr>
            <a:lvl7pPr>
              <a:defRPr sz="1575" b="0">
                <a:solidFill>
                  <a:srgbClr val="15261F"/>
                </a:solidFill>
              </a:defRPr>
            </a:lvl7pPr>
            <a:lvl8pPr>
              <a:defRPr sz="1575" b="0">
                <a:solidFill>
                  <a:srgbClr val="15261F"/>
                </a:solidFill>
              </a:defRPr>
            </a:lvl8pPr>
            <a:lvl9pPr>
              <a:defRPr sz="1575" b="0">
                <a:solidFill>
                  <a:srgbClr val="15261F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61F"/>
                </a:solidFill>
              </a:defRPr>
            </a:pPr>
            <a:r>
              <a:rPr sz="1575" b="0">
                <a:solidFill>
                  <a:srgbClr val="15261F"/>
                </a:solidFill>
              </a:rPr>
              <a:t>Searches uploaded delivery and return documents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1DE051-26AA-4EB3-9AE4-7B445504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62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4F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713AA-E38B-44B0-9A43-E057E672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76650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5261F"/>
                </a:solidFill>
              </a:defRPr>
            </a:defPPr>
            <a:lvl1pPr>
              <a:defRPr sz="1575" b="0">
                <a:solidFill>
                  <a:srgbClr val="15261F"/>
                </a:solidFill>
              </a:defRPr>
            </a:lvl1pPr>
            <a:lvl2pPr>
              <a:defRPr sz="1575" b="0">
                <a:solidFill>
                  <a:srgbClr val="15261F"/>
                </a:solidFill>
              </a:defRPr>
            </a:lvl2pPr>
            <a:lvl3pPr>
              <a:defRPr sz="1575" b="0">
                <a:solidFill>
                  <a:srgbClr val="15261F"/>
                </a:solidFill>
              </a:defRPr>
            </a:lvl3pPr>
            <a:lvl4pPr>
              <a:defRPr sz="1575" b="0">
                <a:solidFill>
                  <a:srgbClr val="15261F"/>
                </a:solidFill>
              </a:defRPr>
            </a:lvl4pPr>
            <a:lvl5pPr>
              <a:defRPr sz="1575" b="0">
                <a:solidFill>
                  <a:srgbClr val="15261F"/>
                </a:solidFill>
              </a:defRPr>
            </a:lvl5pPr>
            <a:lvl6pPr>
              <a:defRPr sz="1575" b="0">
                <a:solidFill>
                  <a:srgbClr val="15261F"/>
                </a:solidFill>
              </a:defRPr>
            </a:lvl6pPr>
            <a:lvl7pPr>
              <a:defRPr sz="1575" b="0">
                <a:solidFill>
                  <a:srgbClr val="15261F"/>
                </a:solidFill>
              </a:defRPr>
            </a:lvl7pPr>
            <a:lvl8pPr>
              <a:defRPr sz="1575" b="0">
                <a:solidFill>
                  <a:srgbClr val="15261F"/>
                </a:solidFill>
              </a:defRPr>
            </a:lvl8pPr>
            <a:lvl9pPr>
              <a:defRPr sz="1575" b="0">
                <a:solidFill>
                  <a:srgbClr val="15261F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61F"/>
                </a:solidFill>
              </a:defRPr>
            </a:pPr>
            <a:r>
              <a:rPr sz="1575" b="0">
                <a:solidFill>
                  <a:srgbClr val="15261F"/>
                </a:solidFill>
              </a:rPr>
              <a:t>Uses chunks filtered by storeId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31B7B-30D1-42D9-947C-B113B067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71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4F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504CFC-A9A9-41B6-AB20-D3358D77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6250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5261F"/>
                </a:solidFill>
              </a:defRPr>
            </a:defPPr>
            <a:lvl1pPr>
              <a:defRPr sz="1575" b="0">
                <a:solidFill>
                  <a:srgbClr val="15261F"/>
                </a:solidFill>
              </a:defRPr>
            </a:lvl1pPr>
            <a:lvl2pPr>
              <a:defRPr sz="1575" b="0">
                <a:solidFill>
                  <a:srgbClr val="15261F"/>
                </a:solidFill>
              </a:defRPr>
            </a:lvl2pPr>
            <a:lvl3pPr>
              <a:defRPr sz="1575" b="0">
                <a:solidFill>
                  <a:srgbClr val="15261F"/>
                </a:solidFill>
              </a:defRPr>
            </a:lvl3pPr>
            <a:lvl4pPr>
              <a:defRPr sz="1575" b="0">
                <a:solidFill>
                  <a:srgbClr val="15261F"/>
                </a:solidFill>
              </a:defRPr>
            </a:lvl4pPr>
            <a:lvl5pPr>
              <a:defRPr sz="1575" b="0">
                <a:solidFill>
                  <a:srgbClr val="15261F"/>
                </a:solidFill>
              </a:defRPr>
            </a:lvl5pPr>
            <a:lvl6pPr>
              <a:defRPr sz="1575" b="0">
                <a:solidFill>
                  <a:srgbClr val="15261F"/>
                </a:solidFill>
              </a:defRPr>
            </a:lvl6pPr>
            <a:lvl7pPr>
              <a:defRPr sz="1575" b="0">
                <a:solidFill>
                  <a:srgbClr val="15261F"/>
                </a:solidFill>
              </a:defRPr>
            </a:lvl7pPr>
            <a:lvl8pPr>
              <a:defRPr sz="1575" b="0">
                <a:solidFill>
                  <a:srgbClr val="15261F"/>
                </a:solidFill>
              </a:defRPr>
            </a:lvl8pPr>
            <a:lvl9pPr>
              <a:defRPr sz="1575" b="0">
                <a:solidFill>
                  <a:srgbClr val="15261F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61F"/>
                </a:solidFill>
              </a:defRPr>
            </a:pPr>
            <a:r>
              <a:rPr sz="1575" b="0">
                <a:solidFill>
                  <a:srgbClr val="15261F"/>
                </a:solidFill>
              </a:rPr>
              <a:t>Cites sources or says: « Je n'ai pas cette information 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A73CF1-D0F3-4D3C-927D-DDF651BB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143125"/>
            <a:ext cx="4810125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D4C6"/>
          </a:solidFill>
          <a:ln xmlns:a="http://schemas.openxmlformats.org/drawingml/2006/main" w="9525">
            <a:solidFill>
              <a:srgbClr val="F5D4C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BA4350-6123-47D0-96ED-4ADB22E5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4574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D66B3D"/>
                </a:solidFill>
              </a:defRPr>
            </a:defPPr>
            <a:lvl1pPr>
              <a:defRPr sz="2100" b="1">
                <a:solidFill>
                  <a:srgbClr val="D66B3D"/>
                </a:solidFill>
              </a:defRPr>
            </a:lvl1pPr>
            <a:lvl2pPr>
              <a:defRPr sz="2100" b="1">
                <a:solidFill>
                  <a:srgbClr val="D66B3D"/>
                </a:solidFill>
              </a:defRPr>
            </a:lvl2pPr>
            <a:lvl3pPr>
              <a:defRPr sz="2100" b="1">
                <a:solidFill>
                  <a:srgbClr val="D66B3D"/>
                </a:solidFill>
              </a:defRPr>
            </a:lvl3pPr>
            <a:lvl4pPr>
              <a:defRPr sz="2100" b="1">
                <a:solidFill>
                  <a:srgbClr val="D66B3D"/>
                </a:solidFill>
              </a:defRPr>
            </a:lvl4pPr>
            <a:lvl5pPr>
              <a:defRPr sz="2100" b="1">
                <a:solidFill>
                  <a:srgbClr val="D66B3D"/>
                </a:solidFill>
              </a:defRPr>
            </a:lvl5pPr>
            <a:lvl6pPr>
              <a:defRPr sz="2100" b="1">
                <a:solidFill>
                  <a:srgbClr val="D66B3D"/>
                </a:solidFill>
              </a:defRPr>
            </a:lvl6pPr>
            <a:lvl7pPr>
              <a:defRPr sz="2100" b="1">
                <a:solidFill>
                  <a:srgbClr val="D66B3D"/>
                </a:solidFill>
              </a:defRPr>
            </a:lvl7pPr>
            <a:lvl8pPr>
              <a:defRPr sz="2100" b="1">
                <a:solidFill>
                  <a:srgbClr val="D66B3D"/>
                </a:solidFill>
              </a:defRPr>
            </a:lvl8pPr>
            <a:lvl9pPr>
              <a:defRPr sz="2100" b="1">
                <a:solidFill>
                  <a:srgbClr val="D66B3D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D66B3D"/>
                </a:solidFill>
              </a:defRPr>
            </a:pPr>
            <a:r>
              <a:rPr sz="2100" b="1">
                <a:solidFill>
                  <a:srgbClr val="D66B3D"/>
                </a:solidFill>
              </a:rPr>
              <a:t>Function calling: live operations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08EE25-4EC9-4C94-B99F-E641F953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527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6B3D"/>
          </a:solidFill>
          <a:ln xmlns:a="http://schemas.openxmlformats.org/drawingml/2006/main" w="9525">
            <a:solidFill>
              <a:srgbClr val="D66B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020419-28D0-4F6F-86DE-76B1B1F4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67050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5261F"/>
                </a:solidFill>
              </a:defRPr>
            </a:defPPr>
            <a:lvl1pPr>
              <a:defRPr sz="1575" b="0">
                <a:solidFill>
                  <a:srgbClr val="15261F"/>
                </a:solidFill>
              </a:defRPr>
            </a:lvl1pPr>
            <a:lvl2pPr>
              <a:defRPr sz="1575" b="0">
                <a:solidFill>
                  <a:srgbClr val="15261F"/>
                </a:solidFill>
              </a:defRPr>
            </a:lvl2pPr>
            <a:lvl3pPr>
              <a:defRPr sz="1575" b="0">
                <a:solidFill>
                  <a:srgbClr val="15261F"/>
                </a:solidFill>
              </a:defRPr>
            </a:lvl3pPr>
            <a:lvl4pPr>
              <a:defRPr sz="1575" b="0">
                <a:solidFill>
                  <a:srgbClr val="15261F"/>
                </a:solidFill>
              </a:defRPr>
            </a:lvl4pPr>
            <a:lvl5pPr>
              <a:defRPr sz="1575" b="0">
                <a:solidFill>
                  <a:srgbClr val="15261F"/>
                </a:solidFill>
              </a:defRPr>
            </a:lvl5pPr>
            <a:lvl6pPr>
              <a:defRPr sz="1575" b="0">
                <a:solidFill>
                  <a:srgbClr val="15261F"/>
                </a:solidFill>
              </a:defRPr>
            </a:lvl6pPr>
            <a:lvl7pPr>
              <a:defRPr sz="1575" b="0">
                <a:solidFill>
                  <a:srgbClr val="15261F"/>
                </a:solidFill>
              </a:defRPr>
            </a:lvl7pPr>
            <a:lvl8pPr>
              <a:defRPr sz="1575" b="0">
                <a:solidFill>
                  <a:srgbClr val="15261F"/>
                </a:solidFill>
              </a:defRPr>
            </a:lvl8pPr>
            <a:lvl9pPr>
              <a:defRPr sz="1575" b="0">
                <a:solidFill>
                  <a:srgbClr val="15261F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61F"/>
                </a:solidFill>
              </a:defRPr>
            </a:pPr>
            <a:r>
              <a:rPr sz="1575" b="0">
                <a:solidFill>
                  <a:srgbClr val="15261F"/>
                </a:solidFill>
              </a:rPr>
              <a:t>Reads current product, stock and price from PostgreSQL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47F2B9-69C4-44C0-A691-26BA9B06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762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6B3D"/>
          </a:solidFill>
          <a:ln xmlns:a="http://schemas.openxmlformats.org/drawingml/2006/main" w="9525">
            <a:solidFill>
              <a:srgbClr val="D66B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199344-C88F-497A-BF08-B999F27A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676650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5261F"/>
                </a:solidFill>
              </a:defRPr>
            </a:defPPr>
            <a:lvl1pPr>
              <a:defRPr sz="1575" b="0">
                <a:solidFill>
                  <a:srgbClr val="15261F"/>
                </a:solidFill>
              </a:defRPr>
            </a:lvl1pPr>
            <a:lvl2pPr>
              <a:defRPr sz="1575" b="0">
                <a:solidFill>
                  <a:srgbClr val="15261F"/>
                </a:solidFill>
              </a:defRPr>
            </a:lvl2pPr>
            <a:lvl3pPr>
              <a:defRPr sz="1575" b="0">
                <a:solidFill>
                  <a:srgbClr val="15261F"/>
                </a:solidFill>
              </a:defRPr>
            </a:lvl3pPr>
            <a:lvl4pPr>
              <a:defRPr sz="1575" b="0">
                <a:solidFill>
                  <a:srgbClr val="15261F"/>
                </a:solidFill>
              </a:defRPr>
            </a:lvl4pPr>
            <a:lvl5pPr>
              <a:defRPr sz="1575" b="0">
                <a:solidFill>
                  <a:srgbClr val="15261F"/>
                </a:solidFill>
              </a:defRPr>
            </a:lvl5pPr>
            <a:lvl6pPr>
              <a:defRPr sz="1575" b="0">
                <a:solidFill>
                  <a:srgbClr val="15261F"/>
                </a:solidFill>
              </a:defRPr>
            </a:lvl6pPr>
            <a:lvl7pPr>
              <a:defRPr sz="1575" b="0">
                <a:solidFill>
                  <a:srgbClr val="15261F"/>
                </a:solidFill>
              </a:defRPr>
            </a:lvl7pPr>
            <a:lvl8pPr>
              <a:defRPr sz="1575" b="0">
                <a:solidFill>
                  <a:srgbClr val="15261F"/>
                </a:solidFill>
              </a:defRPr>
            </a:lvl8pPr>
            <a:lvl9pPr>
              <a:defRPr sz="1575" b="0">
                <a:solidFill>
                  <a:srgbClr val="15261F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61F"/>
                </a:solidFill>
              </a:defRPr>
            </a:pPr>
            <a:r>
              <a:rPr sz="1575" b="0">
                <a:solidFill>
                  <a:srgbClr val="15261F"/>
                </a:solidFill>
              </a:rPr>
              <a:t>Creates or cancels an order only after confirmation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634BF8-E8BD-4609-B0B9-11214ED7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371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6B3D"/>
          </a:solidFill>
          <a:ln xmlns:a="http://schemas.openxmlformats.org/drawingml/2006/main" w="9525">
            <a:solidFill>
              <a:srgbClr val="D66B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435457-66DA-4DE1-BD4F-9922B649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286250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5261F"/>
                </a:solidFill>
              </a:defRPr>
            </a:defPPr>
            <a:lvl1pPr>
              <a:defRPr sz="1575" b="0">
                <a:solidFill>
                  <a:srgbClr val="15261F"/>
                </a:solidFill>
              </a:defRPr>
            </a:lvl1pPr>
            <a:lvl2pPr>
              <a:defRPr sz="1575" b="0">
                <a:solidFill>
                  <a:srgbClr val="15261F"/>
                </a:solidFill>
              </a:defRPr>
            </a:lvl2pPr>
            <a:lvl3pPr>
              <a:defRPr sz="1575" b="0">
                <a:solidFill>
                  <a:srgbClr val="15261F"/>
                </a:solidFill>
              </a:defRPr>
            </a:lvl3pPr>
            <a:lvl4pPr>
              <a:defRPr sz="1575" b="0">
                <a:solidFill>
                  <a:srgbClr val="15261F"/>
                </a:solidFill>
              </a:defRPr>
            </a:lvl4pPr>
            <a:lvl5pPr>
              <a:defRPr sz="1575" b="0">
                <a:solidFill>
                  <a:srgbClr val="15261F"/>
                </a:solidFill>
              </a:defRPr>
            </a:lvl5pPr>
            <a:lvl6pPr>
              <a:defRPr sz="1575" b="0">
                <a:solidFill>
                  <a:srgbClr val="15261F"/>
                </a:solidFill>
              </a:defRPr>
            </a:lvl6pPr>
            <a:lvl7pPr>
              <a:defRPr sz="1575" b="0">
                <a:solidFill>
                  <a:srgbClr val="15261F"/>
                </a:solidFill>
              </a:defRPr>
            </a:lvl7pPr>
            <a:lvl8pPr>
              <a:defRPr sz="1575" b="0">
                <a:solidFill>
                  <a:srgbClr val="15261F"/>
                </a:solidFill>
              </a:defRPr>
            </a:lvl8pPr>
            <a:lvl9pPr>
              <a:defRPr sz="1575" b="0">
                <a:solidFill>
                  <a:srgbClr val="15261F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61F"/>
                </a:solidFill>
              </a:defRPr>
            </a:pPr>
            <a:r>
              <a:rPr sz="1575" b="0">
                <a:solidFill>
                  <a:srgbClr val="15261F"/>
                </a:solidFill>
              </a:rPr>
              <a:t>Uses Zod validation and an eight-tool allowlist</a:t>
            </a:r>
          </a:p>
        </p:txBody>
      </p:sp>
    </p:spTree>
    <p:extLst>
      <p:ext uri="{BB962C8B-B14F-4D97-AF65-F5344CB8AC3E}">
        <p14:creationId xmlns:p14="http://schemas.microsoft.com/office/powerpoint/2010/main" val="1727550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D4B9B2-CDC2-4F2A-848D-0CB0643C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66B3D"/>
                </a:solidFill>
              </a:defRPr>
            </a:defPPr>
            <a:lvl1pPr>
              <a:defRPr sz="975" b="1">
                <a:solidFill>
                  <a:srgbClr val="D66B3D"/>
                </a:solidFill>
              </a:defRPr>
            </a:lvl1pPr>
            <a:lvl2pPr>
              <a:defRPr sz="975" b="1">
                <a:solidFill>
                  <a:srgbClr val="D66B3D"/>
                </a:solidFill>
              </a:defRPr>
            </a:lvl2pPr>
            <a:lvl3pPr>
              <a:defRPr sz="975" b="1">
                <a:solidFill>
                  <a:srgbClr val="D66B3D"/>
                </a:solidFill>
              </a:defRPr>
            </a:lvl3pPr>
            <a:lvl4pPr>
              <a:defRPr sz="975" b="1">
                <a:solidFill>
                  <a:srgbClr val="D66B3D"/>
                </a:solidFill>
              </a:defRPr>
            </a:lvl4pPr>
            <a:lvl5pPr>
              <a:defRPr sz="975" b="1">
                <a:solidFill>
                  <a:srgbClr val="D66B3D"/>
                </a:solidFill>
              </a:defRPr>
            </a:lvl5pPr>
            <a:lvl6pPr>
              <a:defRPr sz="975" b="1">
                <a:solidFill>
                  <a:srgbClr val="D66B3D"/>
                </a:solidFill>
              </a:defRPr>
            </a:lvl6pPr>
            <a:lvl7pPr>
              <a:defRPr sz="975" b="1">
                <a:solidFill>
                  <a:srgbClr val="D66B3D"/>
                </a:solidFill>
              </a:defRPr>
            </a:lvl7pPr>
            <a:lvl8pPr>
              <a:defRPr sz="975" b="1">
                <a:solidFill>
                  <a:srgbClr val="D66B3D"/>
                </a:solidFill>
              </a:defRPr>
            </a:lvl8pPr>
            <a:lvl9pPr>
              <a:defRPr sz="975" b="1">
                <a:solidFill>
                  <a:srgbClr val="D66B3D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D66B3D"/>
                </a:solidFill>
              </a:defRPr>
            </a:pPr>
            <a:r>
              <a:rPr sz="975" b="1">
                <a:solidFill>
                  <a:srgbClr val="D66B3D"/>
                </a:solidFill>
              </a:rPr>
              <a:t>GUARDRAILS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5B7892-5626-4577-A40E-1056CB44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5261F"/>
                </a:solidFill>
              </a:defRPr>
            </a:defPPr>
            <a:lvl1pPr>
              <a:defRPr sz="2775" b="1">
                <a:solidFill>
                  <a:srgbClr val="15261F"/>
                </a:solidFill>
              </a:defRPr>
            </a:lvl1pPr>
            <a:lvl2pPr>
              <a:defRPr sz="2775" b="1">
                <a:solidFill>
                  <a:srgbClr val="15261F"/>
                </a:solidFill>
              </a:defRPr>
            </a:lvl2pPr>
            <a:lvl3pPr>
              <a:defRPr sz="2775" b="1">
                <a:solidFill>
                  <a:srgbClr val="15261F"/>
                </a:solidFill>
              </a:defRPr>
            </a:lvl3pPr>
            <a:lvl4pPr>
              <a:defRPr sz="2775" b="1">
                <a:solidFill>
                  <a:srgbClr val="15261F"/>
                </a:solidFill>
              </a:defRPr>
            </a:lvl4pPr>
            <a:lvl5pPr>
              <a:defRPr sz="2775" b="1">
                <a:solidFill>
                  <a:srgbClr val="15261F"/>
                </a:solidFill>
              </a:defRPr>
            </a:lvl5pPr>
            <a:lvl6pPr>
              <a:defRPr sz="2775" b="1">
                <a:solidFill>
                  <a:srgbClr val="15261F"/>
                </a:solidFill>
              </a:defRPr>
            </a:lvl6pPr>
            <a:lvl7pPr>
              <a:defRPr sz="2775" b="1">
                <a:solidFill>
                  <a:srgbClr val="15261F"/>
                </a:solidFill>
              </a:defRPr>
            </a:lvl7pPr>
            <a:lvl8pPr>
              <a:defRPr sz="2775" b="1">
                <a:solidFill>
                  <a:srgbClr val="15261F"/>
                </a:solidFill>
              </a:defRPr>
            </a:lvl8pPr>
            <a:lvl9pPr>
              <a:defRPr sz="2775" b="1">
                <a:solidFill>
                  <a:srgbClr val="15261F"/>
                </a:solidFill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61F"/>
                </a:solidFill>
              </a:defRPr>
            </a:pPr>
            <a:r>
              <a:rPr sz="2775" b="1">
                <a:solidFill>
                  <a:srgbClr val="15261F"/>
                </a:solidFill>
              </a:rPr>
              <a:t>The assistant can answer only within the store rules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9C67D5-7EA6-4FF7-963B-AA631775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43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66756D"/>
                </a:solidFill>
              </a:defRPr>
            </a:defPPr>
            <a:lvl1pPr>
              <a:defRPr sz="900" b="1">
                <a:solidFill>
                  <a:srgbClr val="66756D"/>
                </a:solidFill>
              </a:defRPr>
            </a:lvl1pPr>
            <a:lvl2pPr>
              <a:defRPr sz="900" b="1">
                <a:solidFill>
                  <a:srgbClr val="66756D"/>
                </a:solidFill>
              </a:defRPr>
            </a:lvl2pPr>
            <a:lvl3pPr>
              <a:defRPr sz="900" b="1">
                <a:solidFill>
                  <a:srgbClr val="66756D"/>
                </a:solidFill>
              </a:defRPr>
            </a:lvl3pPr>
            <a:lvl4pPr>
              <a:defRPr sz="900" b="1">
                <a:solidFill>
                  <a:srgbClr val="66756D"/>
                </a:solidFill>
              </a:defRPr>
            </a:lvl4pPr>
            <a:lvl5pPr>
              <a:defRPr sz="900" b="1">
                <a:solidFill>
                  <a:srgbClr val="66756D"/>
                </a:solidFill>
              </a:defRPr>
            </a:lvl5pPr>
            <a:lvl6pPr>
              <a:defRPr sz="900" b="1">
                <a:solidFill>
                  <a:srgbClr val="66756D"/>
                </a:solidFill>
              </a:defRPr>
            </a:lvl6pPr>
            <a:lvl7pPr>
              <a:defRPr sz="900" b="1">
                <a:solidFill>
                  <a:srgbClr val="66756D"/>
                </a:solidFill>
              </a:defRPr>
            </a:lvl7pPr>
            <a:lvl8pPr>
              <a:defRPr sz="900" b="1">
                <a:solidFill>
                  <a:srgbClr val="66756D"/>
                </a:solidFill>
              </a:defRPr>
            </a:lvl8pPr>
            <a:lvl9pPr>
              <a:defRPr sz="900" b="1">
                <a:solidFill>
                  <a:srgbClr val="66756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6756D"/>
                </a:solidFill>
              </a:defRPr>
            </a:pPr>
            <a:r>
              <a:rPr sz="900" b="1">
                <a:solidFill>
                  <a:srgbClr val="66756D"/>
                </a:solidFill>
              </a:rPr>
              <a:t>SHOPMATE AI  /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A91C7-EE02-4413-8073-942D82D3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9D8B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B0989A-D570-440B-9B1F-9AFCC8FD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17907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F6B4F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78107-6A22-450E-A53B-9D85AC3E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1504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No hallucination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5E04D-4194-483E-B198-42922DF3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5261F"/>
                </a:solidFill>
              </a:defRPr>
            </a:defPPr>
            <a:lvl1pPr>
              <a:defRPr sz="1500" b="0">
                <a:solidFill>
                  <a:srgbClr val="15261F"/>
                </a:solidFill>
              </a:defRPr>
            </a:lvl1pPr>
            <a:lvl2pPr>
              <a:defRPr sz="1500" b="0">
                <a:solidFill>
                  <a:srgbClr val="15261F"/>
                </a:solidFill>
              </a:defRPr>
            </a:lvl2pPr>
            <a:lvl3pPr>
              <a:defRPr sz="1500" b="0">
                <a:solidFill>
                  <a:srgbClr val="15261F"/>
                </a:solidFill>
              </a:defRPr>
            </a:lvl3pPr>
            <a:lvl4pPr>
              <a:defRPr sz="1500" b="0">
                <a:solidFill>
                  <a:srgbClr val="15261F"/>
                </a:solidFill>
              </a:defRPr>
            </a:lvl4pPr>
            <a:lvl5pPr>
              <a:defRPr sz="1500" b="0">
                <a:solidFill>
                  <a:srgbClr val="15261F"/>
                </a:solidFill>
              </a:defRPr>
            </a:lvl5pPr>
            <a:lvl6pPr>
              <a:defRPr sz="1500" b="0">
                <a:solidFill>
                  <a:srgbClr val="15261F"/>
                </a:solidFill>
              </a:defRPr>
            </a:lvl6pPr>
            <a:lvl7pPr>
              <a:defRPr sz="1500" b="0">
                <a:solidFill>
                  <a:srgbClr val="15261F"/>
                </a:solidFill>
              </a:defRPr>
            </a:lvl7pPr>
            <a:lvl8pPr>
              <a:defRPr sz="1500" b="0">
                <a:solidFill>
                  <a:srgbClr val="15261F"/>
                </a:solidFill>
              </a:defRPr>
            </a:lvl8pPr>
            <a:lvl9pPr>
              <a:defRPr sz="1500" b="0">
                <a:solidFill>
                  <a:srgbClr val="15261F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61F"/>
                </a:solidFill>
              </a:defRPr>
            </a:pPr>
            <a:r>
              <a:rPr sz="1500" b="0">
                <a:solidFill>
                  <a:srgbClr val="15261F"/>
                </a:solidFill>
              </a:rPr>
              <a:t>Similarity threshold blocks unsupported RAG answers.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DB281C-9327-454D-90E6-4A7772D8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38425"/>
            <a:ext cx="17907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F6B4F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90E2A9-976E-4BBD-8E19-8D5386FE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1504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Prompt injection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C7EBA-F7FE-47A5-978D-D0A8F1ED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52725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5261F"/>
                </a:solidFill>
              </a:defRPr>
            </a:defPPr>
            <a:lvl1pPr>
              <a:defRPr sz="1500" b="0">
                <a:solidFill>
                  <a:srgbClr val="15261F"/>
                </a:solidFill>
              </a:defRPr>
            </a:lvl1pPr>
            <a:lvl2pPr>
              <a:defRPr sz="1500" b="0">
                <a:solidFill>
                  <a:srgbClr val="15261F"/>
                </a:solidFill>
              </a:defRPr>
            </a:lvl2pPr>
            <a:lvl3pPr>
              <a:defRPr sz="1500" b="0">
                <a:solidFill>
                  <a:srgbClr val="15261F"/>
                </a:solidFill>
              </a:defRPr>
            </a:lvl3pPr>
            <a:lvl4pPr>
              <a:defRPr sz="1500" b="0">
                <a:solidFill>
                  <a:srgbClr val="15261F"/>
                </a:solidFill>
              </a:defRPr>
            </a:lvl4pPr>
            <a:lvl5pPr>
              <a:defRPr sz="1500" b="0">
                <a:solidFill>
                  <a:srgbClr val="15261F"/>
                </a:solidFill>
              </a:defRPr>
            </a:lvl5pPr>
            <a:lvl6pPr>
              <a:defRPr sz="1500" b="0">
                <a:solidFill>
                  <a:srgbClr val="15261F"/>
                </a:solidFill>
              </a:defRPr>
            </a:lvl6pPr>
            <a:lvl7pPr>
              <a:defRPr sz="1500" b="0">
                <a:solidFill>
                  <a:srgbClr val="15261F"/>
                </a:solidFill>
              </a:defRPr>
            </a:lvl7pPr>
            <a:lvl8pPr>
              <a:defRPr sz="1500" b="0">
                <a:solidFill>
                  <a:srgbClr val="15261F"/>
                </a:solidFill>
              </a:defRPr>
            </a:lvl8pPr>
            <a:lvl9pPr>
              <a:defRPr sz="1500" b="0">
                <a:solidFill>
                  <a:srgbClr val="15261F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61F"/>
                </a:solidFill>
              </a:defRPr>
            </a:pPr>
            <a:r>
              <a:rPr sz="1500" b="0">
                <a:solidFill>
                  <a:srgbClr val="15261F"/>
                </a:solidFill>
              </a:rPr>
              <a:t>Documents and tool results stay data, never instructions.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6BEB84-3F35-45C7-A1CD-9F42CA60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24225"/>
            <a:ext cx="17907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F6B4F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C10B30-BB8A-4146-91A4-9D71675F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67100"/>
            <a:ext cx="1504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Sensitive requests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BD88A-99A9-4F43-ABF5-0BC79735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438525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5261F"/>
                </a:solidFill>
              </a:defRPr>
            </a:defPPr>
            <a:lvl1pPr>
              <a:defRPr sz="1500" b="0">
                <a:solidFill>
                  <a:srgbClr val="15261F"/>
                </a:solidFill>
              </a:defRPr>
            </a:lvl1pPr>
            <a:lvl2pPr>
              <a:defRPr sz="1500" b="0">
                <a:solidFill>
                  <a:srgbClr val="15261F"/>
                </a:solidFill>
              </a:defRPr>
            </a:lvl2pPr>
            <a:lvl3pPr>
              <a:defRPr sz="1500" b="0">
                <a:solidFill>
                  <a:srgbClr val="15261F"/>
                </a:solidFill>
              </a:defRPr>
            </a:lvl3pPr>
            <a:lvl4pPr>
              <a:defRPr sz="1500" b="0">
                <a:solidFill>
                  <a:srgbClr val="15261F"/>
                </a:solidFill>
              </a:defRPr>
            </a:lvl4pPr>
            <a:lvl5pPr>
              <a:defRPr sz="1500" b="0">
                <a:solidFill>
                  <a:srgbClr val="15261F"/>
                </a:solidFill>
              </a:defRPr>
            </a:lvl5pPr>
            <a:lvl6pPr>
              <a:defRPr sz="1500" b="0">
                <a:solidFill>
                  <a:srgbClr val="15261F"/>
                </a:solidFill>
              </a:defRPr>
            </a:lvl6pPr>
            <a:lvl7pPr>
              <a:defRPr sz="1500" b="0">
                <a:solidFill>
                  <a:srgbClr val="15261F"/>
                </a:solidFill>
              </a:defRPr>
            </a:lvl7pPr>
            <a:lvl8pPr>
              <a:defRPr sz="1500" b="0">
                <a:solidFill>
                  <a:srgbClr val="15261F"/>
                </a:solidFill>
              </a:defRPr>
            </a:lvl8pPr>
            <a:lvl9pPr>
              <a:defRPr sz="1500" b="0">
                <a:solidFill>
                  <a:srgbClr val="15261F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61F"/>
                </a:solidFill>
              </a:defRPr>
            </a:pPr>
            <a:r>
              <a:rPr sz="1500" b="0">
                <a:solidFill>
                  <a:srgbClr val="15261F"/>
                </a:solidFill>
              </a:rPr>
              <a:t>Discounts, refunds, medical, legal and off-topic requests are refused and can go to the manager.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BC15C9-75AB-4F65-A0F3-9F59D287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0025"/>
            <a:ext cx="17907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F6B4F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5D1106-E848-4928-9196-E3649F47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1504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Safe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93D664-D317-44C5-A861-6D7266EB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124325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5261F"/>
                </a:solidFill>
              </a:defRPr>
            </a:defPPr>
            <a:lvl1pPr>
              <a:defRPr sz="1500" b="0">
                <a:solidFill>
                  <a:srgbClr val="15261F"/>
                </a:solidFill>
              </a:defRPr>
            </a:lvl1pPr>
            <a:lvl2pPr>
              <a:defRPr sz="1500" b="0">
                <a:solidFill>
                  <a:srgbClr val="15261F"/>
                </a:solidFill>
              </a:defRPr>
            </a:lvl2pPr>
            <a:lvl3pPr>
              <a:defRPr sz="1500" b="0">
                <a:solidFill>
                  <a:srgbClr val="15261F"/>
                </a:solidFill>
              </a:defRPr>
            </a:lvl3pPr>
            <a:lvl4pPr>
              <a:defRPr sz="1500" b="0">
                <a:solidFill>
                  <a:srgbClr val="15261F"/>
                </a:solidFill>
              </a:defRPr>
            </a:lvl4pPr>
            <a:lvl5pPr>
              <a:defRPr sz="1500" b="0">
                <a:solidFill>
                  <a:srgbClr val="15261F"/>
                </a:solidFill>
              </a:defRPr>
            </a:lvl5pPr>
            <a:lvl6pPr>
              <a:defRPr sz="1500" b="0">
                <a:solidFill>
                  <a:srgbClr val="15261F"/>
                </a:solidFill>
              </a:defRPr>
            </a:lvl6pPr>
            <a:lvl7pPr>
              <a:defRPr sz="1500" b="0">
                <a:solidFill>
                  <a:srgbClr val="15261F"/>
                </a:solidFill>
              </a:defRPr>
            </a:lvl7pPr>
            <a:lvl8pPr>
              <a:defRPr sz="1500" b="0">
                <a:solidFill>
                  <a:srgbClr val="15261F"/>
                </a:solidFill>
              </a:defRPr>
            </a:lvl8pPr>
            <a:lvl9pPr>
              <a:defRPr sz="1500" b="0">
                <a:solidFill>
                  <a:srgbClr val="15261F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61F"/>
                </a:solidFill>
              </a:defRPr>
            </a:pPr>
            <a:r>
              <a:rPr sz="1500" b="0">
                <a:solidFill>
                  <a:srgbClr val="15261F"/>
                </a:solidFill>
              </a:rPr>
              <a:t>Orders require explicit confirmation and run inside a transaction.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7F2769-E48F-46FA-B22A-5127FC37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95825"/>
            <a:ext cx="17907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F6B4F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568D34-8EE8-4AC1-BDE9-4E2FCFB6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38700"/>
            <a:ext cx="1504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Tenant isolation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F8814E-0F28-4305-906C-1A0349BB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810125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5261F"/>
                </a:solidFill>
              </a:defRPr>
            </a:defPPr>
            <a:lvl1pPr>
              <a:defRPr sz="1500" b="0">
                <a:solidFill>
                  <a:srgbClr val="15261F"/>
                </a:solidFill>
              </a:defRPr>
            </a:lvl1pPr>
            <a:lvl2pPr>
              <a:defRPr sz="1500" b="0">
                <a:solidFill>
                  <a:srgbClr val="15261F"/>
                </a:solidFill>
              </a:defRPr>
            </a:lvl2pPr>
            <a:lvl3pPr>
              <a:defRPr sz="1500" b="0">
                <a:solidFill>
                  <a:srgbClr val="15261F"/>
                </a:solidFill>
              </a:defRPr>
            </a:lvl3pPr>
            <a:lvl4pPr>
              <a:defRPr sz="1500" b="0">
                <a:solidFill>
                  <a:srgbClr val="15261F"/>
                </a:solidFill>
              </a:defRPr>
            </a:lvl4pPr>
            <a:lvl5pPr>
              <a:defRPr sz="1500" b="0">
                <a:solidFill>
                  <a:srgbClr val="15261F"/>
                </a:solidFill>
              </a:defRPr>
            </a:lvl5pPr>
            <a:lvl6pPr>
              <a:defRPr sz="1500" b="0">
                <a:solidFill>
                  <a:srgbClr val="15261F"/>
                </a:solidFill>
              </a:defRPr>
            </a:lvl6pPr>
            <a:lvl7pPr>
              <a:defRPr sz="1500" b="0">
                <a:solidFill>
                  <a:srgbClr val="15261F"/>
                </a:solidFill>
              </a:defRPr>
            </a:lvl7pPr>
            <a:lvl8pPr>
              <a:defRPr sz="1500" b="0">
                <a:solidFill>
                  <a:srgbClr val="15261F"/>
                </a:solidFill>
              </a:defRPr>
            </a:lvl8pPr>
            <a:lvl9pPr>
              <a:defRPr sz="1500" b="0">
                <a:solidFill>
                  <a:srgbClr val="15261F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61F"/>
                </a:solidFill>
              </a:defRPr>
            </a:pPr>
            <a:r>
              <a:rPr sz="1500" b="0">
                <a:solidFill>
                  <a:srgbClr val="15261F"/>
                </a:solidFill>
              </a:rPr>
              <a:t>The JWT storeId scopes queries. Customers see only their own orders.</a:t>
            </a:r>
          </a:p>
        </p:txBody>
      </p:sp>
    </p:spTree>
    <p:extLst>
      <p:ext uri="{BB962C8B-B14F-4D97-AF65-F5344CB8AC3E}">
        <p14:creationId xmlns:p14="http://schemas.microsoft.com/office/powerpoint/2010/main" val="6805401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94B1CE-5E9B-4360-BB22-60CC56E2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66B3D"/>
                </a:solidFill>
              </a:defRPr>
            </a:defPPr>
            <a:lvl1pPr>
              <a:defRPr sz="975" b="1">
                <a:solidFill>
                  <a:srgbClr val="D66B3D"/>
                </a:solidFill>
              </a:defRPr>
            </a:lvl1pPr>
            <a:lvl2pPr>
              <a:defRPr sz="975" b="1">
                <a:solidFill>
                  <a:srgbClr val="D66B3D"/>
                </a:solidFill>
              </a:defRPr>
            </a:lvl2pPr>
            <a:lvl3pPr>
              <a:defRPr sz="975" b="1">
                <a:solidFill>
                  <a:srgbClr val="D66B3D"/>
                </a:solidFill>
              </a:defRPr>
            </a:lvl3pPr>
            <a:lvl4pPr>
              <a:defRPr sz="975" b="1">
                <a:solidFill>
                  <a:srgbClr val="D66B3D"/>
                </a:solidFill>
              </a:defRPr>
            </a:lvl4pPr>
            <a:lvl5pPr>
              <a:defRPr sz="975" b="1">
                <a:solidFill>
                  <a:srgbClr val="D66B3D"/>
                </a:solidFill>
              </a:defRPr>
            </a:lvl5pPr>
            <a:lvl6pPr>
              <a:defRPr sz="975" b="1">
                <a:solidFill>
                  <a:srgbClr val="D66B3D"/>
                </a:solidFill>
              </a:defRPr>
            </a:lvl6pPr>
            <a:lvl7pPr>
              <a:defRPr sz="975" b="1">
                <a:solidFill>
                  <a:srgbClr val="D66B3D"/>
                </a:solidFill>
              </a:defRPr>
            </a:lvl7pPr>
            <a:lvl8pPr>
              <a:defRPr sz="975" b="1">
                <a:solidFill>
                  <a:srgbClr val="D66B3D"/>
                </a:solidFill>
              </a:defRPr>
            </a:lvl8pPr>
            <a:lvl9pPr>
              <a:defRPr sz="975" b="1">
                <a:solidFill>
                  <a:srgbClr val="D66B3D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D66B3D"/>
                </a:solidFill>
              </a:defRPr>
            </a:pPr>
            <a:r>
              <a:rPr sz="975" b="1">
                <a:solidFill>
                  <a:srgbClr val="D66B3D"/>
                </a:solidFill>
              </a:rPr>
              <a:t>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364C1-E40E-4D30-81A2-CCEA913B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5261F"/>
                </a:solidFill>
              </a:defRPr>
            </a:defPPr>
            <a:lvl1pPr>
              <a:defRPr sz="2775" b="1">
                <a:solidFill>
                  <a:srgbClr val="15261F"/>
                </a:solidFill>
              </a:defRPr>
            </a:lvl1pPr>
            <a:lvl2pPr>
              <a:defRPr sz="2775" b="1">
                <a:solidFill>
                  <a:srgbClr val="15261F"/>
                </a:solidFill>
              </a:defRPr>
            </a:lvl2pPr>
            <a:lvl3pPr>
              <a:defRPr sz="2775" b="1">
                <a:solidFill>
                  <a:srgbClr val="15261F"/>
                </a:solidFill>
              </a:defRPr>
            </a:lvl3pPr>
            <a:lvl4pPr>
              <a:defRPr sz="2775" b="1">
                <a:solidFill>
                  <a:srgbClr val="15261F"/>
                </a:solidFill>
              </a:defRPr>
            </a:lvl4pPr>
            <a:lvl5pPr>
              <a:defRPr sz="2775" b="1">
                <a:solidFill>
                  <a:srgbClr val="15261F"/>
                </a:solidFill>
              </a:defRPr>
            </a:lvl5pPr>
            <a:lvl6pPr>
              <a:defRPr sz="2775" b="1">
                <a:solidFill>
                  <a:srgbClr val="15261F"/>
                </a:solidFill>
              </a:defRPr>
            </a:lvl6pPr>
            <a:lvl7pPr>
              <a:defRPr sz="2775" b="1">
                <a:solidFill>
                  <a:srgbClr val="15261F"/>
                </a:solidFill>
              </a:defRPr>
            </a:lvl7pPr>
            <a:lvl8pPr>
              <a:defRPr sz="2775" b="1">
                <a:solidFill>
                  <a:srgbClr val="15261F"/>
                </a:solidFill>
              </a:defRPr>
            </a:lvl8pPr>
            <a:lvl9pPr>
              <a:defRPr sz="2775" b="1">
                <a:solidFill>
                  <a:srgbClr val="15261F"/>
                </a:solidFill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61F"/>
                </a:solidFill>
              </a:defRPr>
            </a:pPr>
            <a:r>
              <a:rPr sz="2775" b="1">
                <a:solidFill>
                  <a:srgbClr val="15261F"/>
                </a:solidFill>
              </a:rPr>
              <a:t>Automated checks cover the critical backend paths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0CEBE-557F-4F0B-815C-9918112B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43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66756D"/>
                </a:solidFill>
              </a:defRPr>
            </a:defPPr>
            <a:lvl1pPr>
              <a:defRPr sz="900" b="1">
                <a:solidFill>
                  <a:srgbClr val="66756D"/>
                </a:solidFill>
              </a:defRPr>
            </a:lvl1pPr>
            <a:lvl2pPr>
              <a:defRPr sz="900" b="1">
                <a:solidFill>
                  <a:srgbClr val="66756D"/>
                </a:solidFill>
              </a:defRPr>
            </a:lvl2pPr>
            <a:lvl3pPr>
              <a:defRPr sz="900" b="1">
                <a:solidFill>
                  <a:srgbClr val="66756D"/>
                </a:solidFill>
              </a:defRPr>
            </a:lvl3pPr>
            <a:lvl4pPr>
              <a:defRPr sz="900" b="1">
                <a:solidFill>
                  <a:srgbClr val="66756D"/>
                </a:solidFill>
              </a:defRPr>
            </a:lvl4pPr>
            <a:lvl5pPr>
              <a:defRPr sz="900" b="1">
                <a:solidFill>
                  <a:srgbClr val="66756D"/>
                </a:solidFill>
              </a:defRPr>
            </a:lvl5pPr>
            <a:lvl6pPr>
              <a:defRPr sz="900" b="1">
                <a:solidFill>
                  <a:srgbClr val="66756D"/>
                </a:solidFill>
              </a:defRPr>
            </a:lvl6pPr>
            <a:lvl7pPr>
              <a:defRPr sz="900" b="1">
                <a:solidFill>
                  <a:srgbClr val="66756D"/>
                </a:solidFill>
              </a:defRPr>
            </a:lvl7pPr>
            <a:lvl8pPr>
              <a:defRPr sz="900" b="1">
                <a:solidFill>
                  <a:srgbClr val="66756D"/>
                </a:solidFill>
              </a:defRPr>
            </a:lvl8pPr>
            <a:lvl9pPr>
              <a:defRPr sz="900" b="1">
                <a:solidFill>
                  <a:srgbClr val="66756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6756D"/>
                </a:solidFill>
              </a:defRPr>
            </a:pPr>
            <a:r>
              <a:rPr sz="900" b="1">
                <a:solidFill>
                  <a:srgbClr val="66756D"/>
                </a:solidFill>
              </a:rPr>
              <a:t>SHOPMATE AI  /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4D3B6-655C-4DCF-B251-E957D2B9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9D8B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6B35B-0E3B-46DF-9355-986288F6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F6B4F"/>
                </a:solidFill>
              </a:defRPr>
            </a:defPPr>
            <a:lvl1pPr>
              <a:defRPr sz="1875" b="1">
                <a:solidFill>
                  <a:srgbClr val="2F6B4F"/>
                </a:solidFill>
              </a:defRPr>
            </a:lvl1pPr>
            <a:lvl2pPr>
              <a:defRPr sz="1875" b="1">
                <a:solidFill>
                  <a:srgbClr val="2F6B4F"/>
                </a:solidFill>
              </a:defRPr>
            </a:lvl2pPr>
            <a:lvl3pPr>
              <a:defRPr sz="1875" b="1">
                <a:solidFill>
                  <a:srgbClr val="2F6B4F"/>
                </a:solidFill>
              </a:defRPr>
            </a:lvl3pPr>
            <a:lvl4pPr>
              <a:defRPr sz="1875" b="1">
                <a:solidFill>
                  <a:srgbClr val="2F6B4F"/>
                </a:solidFill>
              </a:defRPr>
            </a:lvl4pPr>
            <a:lvl5pPr>
              <a:defRPr sz="1875" b="1">
                <a:solidFill>
                  <a:srgbClr val="2F6B4F"/>
                </a:solidFill>
              </a:defRPr>
            </a:lvl5pPr>
            <a:lvl6pPr>
              <a:defRPr sz="1875" b="1">
                <a:solidFill>
                  <a:srgbClr val="2F6B4F"/>
                </a:solidFill>
              </a:defRPr>
            </a:lvl6pPr>
            <a:lvl7pPr>
              <a:defRPr sz="1875" b="1">
                <a:solidFill>
                  <a:srgbClr val="2F6B4F"/>
                </a:solidFill>
              </a:defRPr>
            </a:lvl7pPr>
            <a:lvl8pPr>
              <a:defRPr sz="1875" b="1">
                <a:solidFill>
                  <a:srgbClr val="2F6B4F"/>
                </a:solidFill>
              </a:defRPr>
            </a:lvl8pPr>
            <a:lvl9pPr>
              <a:defRPr sz="1875" b="1">
                <a:solidFill>
                  <a:srgbClr val="2F6B4F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F6B4F"/>
                </a:solidFill>
              </a:defRPr>
            </a:pPr>
            <a:r>
              <a:rPr sz="1875" b="1">
                <a:solidFill>
                  <a:srgbClr val="2F6B4F"/>
                </a:solidFill>
              </a:rPr>
              <a:t>Current local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BD96B-E754-405D-906C-5396B8D2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20002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B9D8BE"/>
          </a:solidFill>
          <a:ln xmlns:a="http://schemas.openxmlformats.org/drawingml/2006/main" w="9525">
            <a:solidFill>
              <a:srgbClr val="B9D8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5BF33-8D8C-4C7A-898C-649D9F3F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33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5261F"/>
                </a:solidFill>
              </a:defRPr>
            </a:defPPr>
            <a:lvl1pPr>
              <a:defRPr sz="1350" b="1">
                <a:solidFill>
                  <a:srgbClr val="15261F"/>
                </a:solidFill>
              </a:defRPr>
            </a:lvl1pPr>
            <a:lvl2pPr>
              <a:defRPr sz="1350" b="1">
                <a:solidFill>
                  <a:srgbClr val="15261F"/>
                </a:solidFill>
              </a:defRPr>
            </a:lvl2pPr>
            <a:lvl3pPr>
              <a:defRPr sz="1350" b="1">
                <a:solidFill>
                  <a:srgbClr val="15261F"/>
                </a:solidFill>
              </a:defRPr>
            </a:lvl3pPr>
            <a:lvl4pPr>
              <a:defRPr sz="1350" b="1">
                <a:solidFill>
                  <a:srgbClr val="15261F"/>
                </a:solidFill>
              </a:defRPr>
            </a:lvl4pPr>
            <a:lvl5pPr>
              <a:defRPr sz="1350" b="1">
                <a:solidFill>
                  <a:srgbClr val="15261F"/>
                </a:solidFill>
              </a:defRPr>
            </a:lvl5pPr>
            <a:lvl6pPr>
              <a:defRPr sz="1350" b="1">
                <a:solidFill>
                  <a:srgbClr val="15261F"/>
                </a:solidFill>
              </a:defRPr>
            </a:lvl6pPr>
            <a:lvl7pPr>
              <a:defRPr sz="1350" b="1">
                <a:solidFill>
                  <a:srgbClr val="15261F"/>
                </a:solidFill>
              </a:defRPr>
            </a:lvl7pPr>
            <a:lvl8pPr>
              <a:defRPr sz="1350" b="1">
                <a:solidFill>
                  <a:srgbClr val="15261F"/>
                </a:solidFill>
              </a:defRPr>
            </a:lvl8pPr>
            <a:lvl9pPr>
              <a:defRPr sz="1350" b="1">
                <a:solidFill>
                  <a:srgbClr val="15261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261F"/>
                </a:solidFill>
              </a:defRPr>
            </a:pPr>
            <a:r>
              <a:rPr sz="1350" b="1">
                <a:solidFill>
                  <a:srgbClr val="15261F"/>
                </a:solidFill>
              </a:rPr>
              <a:t>Auth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D825F7-90F8-4180-AB92-48AD155C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241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5261F"/>
                </a:solidFill>
              </a:defRPr>
            </a:defPPr>
            <a:lvl1pPr>
              <a:defRPr sz="1500" b="0">
                <a:solidFill>
                  <a:srgbClr val="15261F"/>
                </a:solidFill>
              </a:defRPr>
            </a:lvl1pPr>
            <a:lvl2pPr>
              <a:defRPr sz="1500" b="0">
                <a:solidFill>
                  <a:srgbClr val="15261F"/>
                </a:solidFill>
              </a:defRPr>
            </a:lvl2pPr>
            <a:lvl3pPr>
              <a:defRPr sz="1500" b="0">
                <a:solidFill>
                  <a:srgbClr val="15261F"/>
                </a:solidFill>
              </a:defRPr>
            </a:lvl3pPr>
            <a:lvl4pPr>
              <a:defRPr sz="1500" b="0">
                <a:solidFill>
                  <a:srgbClr val="15261F"/>
                </a:solidFill>
              </a:defRPr>
            </a:lvl4pPr>
            <a:lvl5pPr>
              <a:defRPr sz="1500" b="0">
                <a:solidFill>
                  <a:srgbClr val="15261F"/>
                </a:solidFill>
              </a:defRPr>
            </a:lvl5pPr>
            <a:lvl6pPr>
              <a:defRPr sz="1500" b="0">
                <a:solidFill>
                  <a:srgbClr val="15261F"/>
                </a:solidFill>
              </a:defRPr>
            </a:lvl6pPr>
            <a:lvl7pPr>
              <a:defRPr sz="1500" b="0">
                <a:solidFill>
                  <a:srgbClr val="15261F"/>
                </a:solidFill>
              </a:defRPr>
            </a:lvl7pPr>
            <a:lvl8pPr>
              <a:defRPr sz="1500" b="0">
                <a:solidFill>
                  <a:srgbClr val="15261F"/>
                </a:solidFill>
              </a:defRPr>
            </a:lvl8pPr>
            <a:lvl9pPr>
              <a:defRPr sz="1500" b="0">
                <a:solidFill>
                  <a:srgbClr val="15261F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61F"/>
                </a:solidFill>
              </a:defRPr>
            </a:pPr>
            <a:r>
              <a:rPr sz="1500" b="0">
                <a:solidFill>
                  <a:srgbClr val="15261F"/>
                </a:solidFill>
              </a:rPr>
              <a:t>refresh rotation and logout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4CD4C2-0047-498B-8A50-A10BDC17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20002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B9D8BE"/>
          </a:solidFill>
          <a:ln xmlns:a="http://schemas.openxmlformats.org/drawingml/2006/main" w="9525">
            <a:solidFill>
              <a:srgbClr val="B9D8B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4F31EF-4B51-4741-91E0-50D78617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765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5261F"/>
                </a:solidFill>
              </a:defRPr>
            </a:defPPr>
            <a:lvl1pPr>
              <a:defRPr sz="1350" b="1">
                <a:solidFill>
                  <a:srgbClr val="15261F"/>
                </a:solidFill>
              </a:defRPr>
            </a:lvl1pPr>
            <a:lvl2pPr>
              <a:defRPr sz="1350" b="1">
                <a:solidFill>
                  <a:srgbClr val="15261F"/>
                </a:solidFill>
              </a:defRPr>
            </a:lvl2pPr>
            <a:lvl3pPr>
              <a:defRPr sz="1350" b="1">
                <a:solidFill>
                  <a:srgbClr val="15261F"/>
                </a:solidFill>
              </a:defRPr>
            </a:lvl3pPr>
            <a:lvl4pPr>
              <a:defRPr sz="1350" b="1">
                <a:solidFill>
                  <a:srgbClr val="15261F"/>
                </a:solidFill>
              </a:defRPr>
            </a:lvl4pPr>
            <a:lvl5pPr>
              <a:defRPr sz="1350" b="1">
                <a:solidFill>
                  <a:srgbClr val="15261F"/>
                </a:solidFill>
              </a:defRPr>
            </a:lvl5pPr>
            <a:lvl6pPr>
              <a:defRPr sz="1350" b="1">
                <a:solidFill>
                  <a:srgbClr val="15261F"/>
                </a:solidFill>
              </a:defRPr>
            </a:lvl6pPr>
            <a:lvl7pPr>
              <a:defRPr sz="1350" b="1">
                <a:solidFill>
                  <a:srgbClr val="15261F"/>
                </a:solidFill>
              </a:defRPr>
            </a:lvl7pPr>
            <a:lvl8pPr>
              <a:defRPr sz="1350" b="1">
                <a:solidFill>
                  <a:srgbClr val="15261F"/>
                </a:solidFill>
              </a:defRPr>
            </a:lvl8pPr>
            <a:lvl9pPr>
              <a:defRPr sz="1350" b="1">
                <a:solidFill>
                  <a:srgbClr val="15261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261F"/>
                </a:solidFill>
              </a:defRPr>
            </a:pPr>
            <a:r>
              <a:rPr sz="1350" b="1">
                <a:solidFill>
                  <a:srgbClr val="15261F"/>
                </a:solidFill>
              </a:rPr>
              <a:t>Tenant isolation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79C50D-F81A-44B9-B067-FF261248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6705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5261F"/>
                </a:solidFill>
              </a:defRPr>
            </a:defPPr>
            <a:lvl1pPr>
              <a:defRPr sz="1500" b="0">
                <a:solidFill>
                  <a:srgbClr val="15261F"/>
                </a:solidFill>
              </a:defRPr>
            </a:lvl1pPr>
            <a:lvl2pPr>
              <a:defRPr sz="1500" b="0">
                <a:solidFill>
                  <a:srgbClr val="15261F"/>
                </a:solidFill>
              </a:defRPr>
            </a:lvl2pPr>
            <a:lvl3pPr>
              <a:defRPr sz="1500" b="0">
                <a:solidFill>
                  <a:srgbClr val="15261F"/>
                </a:solidFill>
              </a:defRPr>
            </a:lvl3pPr>
            <a:lvl4pPr>
              <a:defRPr sz="1500" b="0">
                <a:solidFill>
                  <a:srgbClr val="15261F"/>
                </a:solidFill>
              </a:defRPr>
            </a:lvl4pPr>
            <a:lvl5pPr>
              <a:defRPr sz="1500" b="0">
                <a:solidFill>
                  <a:srgbClr val="15261F"/>
                </a:solidFill>
              </a:defRPr>
            </a:lvl5pPr>
            <a:lvl6pPr>
              <a:defRPr sz="1500" b="0">
                <a:solidFill>
                  <a:srgbClr val="15261F"/>
                </a:solidFill>
              </a:defRPr>
            </a:lvl6pPr>
            <a:lvl7pPr>
              <a:defRPr sz="1500" b="0">
                <a:solidFill>
                  <a:srgbClr val="15261F"/>
                </a:solidFill>
              </a:defRPr>
            </a:lvl7pPr>
            <a:lvl8pPr>
              <a:defRPr sz="1500" b="0">
                <a:solidFill>
                  <a:srgbClr val="15261F"/>
                </a:solidFill>
              </a:defRPr>
            </a:lvl8pPr>
            <a:lvl9pPr>
              <a:defRPr sz="1500" b="0">
                <a:solidFill>
                  <a:srgbClr val="15261F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61F"/>
                </a:solidFill>
              </a:defRPr>
            </a:pPr>
            <a:r>
              <a:rPr sz="1500" b="0">
                <a:solidFill>
                  <a:srgbClr val="15261F"/>
                </a:solidFill>
              </a:rPr>
              <a:t>store and customer boundaries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C362F5-2E49-4FD2-88C6-6CDC0589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0002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B9D8BE"/>
          </a:solidFill>
          <a:ln xmlns:a="http://schemas.openxmlformats.org/drawingml/2006/main" w="9525">
            <a:solidFill>
              <a:srgbClr val="B9D8B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BC1224-D97A-4F27-B998-2BF23105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619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5261F"/>
                </a:solidFill>
              </a:defRPr>
            </a:defPPr>
            <a:lvl1pPr>
              <a:defRPr sz="1350" b="1">
                <a:solidFill>
                  <a:srgbClr val="15261F"/>
                </a:solidFill>
              </a:defRPr>
            </a:lvl1pPr>
            <a:lvl2pPr>
              <a:defRPr sz="1350" b="1">
                <a:solidFill>
                  <a:srgbClr val="15261F"/>
                </a:solidFill>
              </a:defRPr>
            </a:lvl2pPr>
            <a:lvl3pPr>
              <a:defRPr sz="1350" b="1">
                <a:solidFill>
                  <a:srgbClr val="15261F"/>
                </a:solidFill>
              </a:defRPr>
            </a:lvl3pPr>
            <a:lvl4pPr>
              <a:defRPr sz="1350" b="1">
                <a:solidFill>
                  <a:srgbClr val="15261F"/>
                </a:solidFill>
              </a:defRPr>
            </a:lvl4pPr>
            <a:lvl5pPr>
              <a:defRPr sz="1350" b="1">
                <a:solidFill>
                  <a:srgbClr val="15261F"/>
                </a:solidFill>
              </a:defRPr>
            </a:lvl5pPr>
            <a:lvl6pPr>
              <a:defRPr sz="1350" b="1">
                <a:solidFill>
                  <a:srgbClr val="15261F"/>
                </a:solidFill>
              </a:defRPr>
            </a:lvl6pPr>
            <a:lvl7pPr>
              <a:defRPr sz="1350" b="1">
                <a:solidFill>
                  <a:srgbClr val="15261F"/>
                </a:solidFill>
              </a:defRPr>
            </a:lvl7pPr>
            <a:lvl8pPr>
              <a:defRPr sz="1350" b="1">
                <a:solidFill>
                  <a:srgbClr val="15261F"/>
                </a:solidFill>
              </a:defRPr>
            </a:lvl8pPr>
            <a:lvl9pPr>
              <a:defRPr sz="1350" b="1">
                <a:solidFill>
                  <a:srgbClr val="15261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261F"/>
                </a:solidFill>
              </a:defRPr>
            </a:pPr>
            <a:r>
              <a:rPr sz="1350" b="1">
                <a:solidFill>
                  <a:srgbClr val="15261F"/>
                </a:solidFill>
              </a:rPr>
              <a:t>Orders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DE5A79-56A6-41DD-84EB-650638F0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0997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5261F"/>
                </a:solidFill>
              </a:defRPr>
            </a:defPPr>
            <a:lvl1pPr>
              <a:defRPr sz="1500" b="0">
                <a:solidFill>
                  <a:srgbClr val="15261F"/>
                </a:solidFill>
              </a:defRPr>
            </a:lvl1pPr>
            <a:lvl2pPr>
              <a:defRPr sz="1500" b="0">
                <a:solidFill>
                  <a:srgbClr val="15261F"/>
                </a:solidFill>
              </a:defRPr>
            </a:lvl2pPr>
            <a:lvl3pPr>
              <a:defRPr sz="1500" b="0">
                <a:solidFill>
                  <a:srgbClr val="15261F"/>
                </a:solidFill>
              </a:defRPr>
            </a:lvl3pPr>
            <a:lvl4pPr>
              <a:defRPr sz="1500" b="0">
                <a:solidFill>
                  <a:srgbClr val="15261F"/>
                </a:solidFill>
              </a:defRPr>
            </a:lvl4pPr>
            <a:lvl5pPr>
              <a:defRPr sz="1500" b="0">
                <a:solidFill>
                  <a:srgbClr val="15261F"/>
                </a:solidFill>
              </a:defRPr>
            </a:lvl5pPr>
            <a:lvl6pPr>
              <a:defRPr sz="1500" b="0">
                <a:solidFill>
                  <a:srgbClr val="15261F"/>
                </a:solidFill>
              </a:defRPr>
            </a:lvl6pPr>
            <a:lvl7pPr>
              <a:defRPr sz="1500" b="0">
                <a:solidFill>
                  <a:srgbClr val="15261F"/>
                </a:solidFill>
              </a:defRPr>
            </a:lvl7pPr>
            <a:lvl8pPr>
              <a:defRPr sz="1500" b="0">
                <a:solidFill>
                  <a:srgbClr val="15261F"/>
                </a:solidFill>
              </a:defRPr>
            </a:lvl8pPr>
            <a:lvl9pPr>
              <a:defRPr sz="1500" b="0">
                <a:solidFill>
                  <a:srgbClr val="15261F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61F"/>
                </a:solidFill>
              </a:defRPr>
            </a:pPr>
            <a:r>
              <a:rPr sz="1500" b="0">
                <a:solidFill>
                  <a:srgbClr val="15261F"/>
                </a:solidFill>
              </a:rPr>
              <a:t>stock consistency and explicit confirmation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D12C9B-FAF4-4AD8-88BF-65FCFCDE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20002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B9D8BE"/>
          </a:solidFill>
          <a:ln xmlns:a="http://schemas.openxmlformats.org/drawingml/2006/main" w="9525">
            <a:solidFill>
              <a:srgbClr val="B9D8B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0AB658-B0B2-4B9A-B269-981AE42A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624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5261F"/>
                </a:solidFill>
              </a:defRPr>
            </a:defPPr>
            <a:lvl1pPr>
              <a:defRPr sz="1350" b="1">
                <a:solidFill>
                  <a:srgbClr val="15261F"/>
                </a:solidFill>
              </a:defRPr>
            </a:lvl1pPr>
            <a:lvl2pPr>
              <a:defRPr sz="1350" b="1">
                <a:solidFill>
                  <a:srgbClr val="15261F"/>
                </a:solidFill>
              </a:defRPr>
            </a:lvl2pPr>
            <a:lvl3pPr>
              <a:defRPr sz="1350" b="1">
                <a:solidFill>
                  <a:srgbClr val="15261F"/>
                </a:solidFill>
              </a:defRPr>
            </a:lvl3pPr>
            <a:lvl4pPr>
              <a:defRPr sz="1350" b="1">
                <a:solidFill>
                  <a:srgbClr val="15261F"/>
                </a:solidFill>
              </a:defRPr>
            </a:lvl4pPr>
            <a:lvl5pPr>
              <a:defRPr sz="1350" b="1">
                <a:solidFill>
                  <a:srgbClr val="15261F"/>
                </a:solidFill>
              </a:defRPr>
            </a:lvl5pPr>
            <a:lvl6pPr>
              <a:defRPr sz="1350" b="1">
                <a:solidFill>
                  <a:srgbClr val="15261F"/>
                </a:solidFill>
              </a:defRPr>
            </a:lvl6pPr>
            <a:lvl7pPr>
              <a:defRPr sz="1350" b="1">
                <a:solidFill>
                  <a:srgbClr val="15261F"/>
                </a:solidFill>
              </a:defRPr>
            </a:lvl7pPr>
            <a:lvl8pPr>
              <a:defRPr sz="1350" b="1">
                <a:solidFill>
                  <a:srgbClr val="15261F"/>
                </a:solidFill>
              </a:defRPr>
            </a:lvl8pPr>
            <a:lvl9pPr>
              <a:defRPr sz="1350" b="1">
                <a:solidFill>
                  <a:srgbClr val="15261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261F"/>
                </a:solidFill>
              </a:defRPr>
            </a:pPr>
            <a:r>
              <a:rPr sz="1350" b="1">
                <a:solidFill>
                  <a:srgbClr val="15261F"/>
                </a:solidFill>
              </a:rPr>
              <a:t>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9CB25B-199C-4E8C-A5F5-C8D3222B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5290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5261F"/>
                </a:solidFill>
              </a:defRPr>
            </a:defPPr>
            <a:lvl1pPr>
              <a:defRPr sz="1500" b="0">
                <a:solidFill>
                  <a:srgbClr val="15261F"/>
                </a:solidFill>
              </a:defRPr>
            </a:lvl1pPr>
            <a:lvl2pPr>
              <a:defRPr sz="1500" b="0">
                <a:solidFill>
                  <a:srgbClr val="15261F"/>
                </a:solidFill>
              </a:defRPr>
            </a:lvl2pPr>
            <a:lvl3pPr>
              <a:defRPr sz="1500" b="0">
                <a:solidFill>
                  <a:srgbClr val="15261F"/>
                </a:solidFill>
              </a:defRPr>
            </a:lvl3pPr>
            <a:lvl4pPr>
              <a:defRPr sz="1500" b="0">
                <a:solidFill>
                  <a:srgbClr val="15261F"/>
                </a:solidFill>
              </a:defRPr>
            </a:lvl4pPr>
            <a:lvl5pPr>
              <a:defRPr sz="1500" b="0">
                <a:solidFill>
                  <a:srgbClr val="15261F"/>
                </a:solidFill>
              </a:defRPr>
            </a:lvl5pPr>
            <a:lvl6pPr>
              <a:defRPr sz="1500" b="0">
                <a:solidFill>
                  <a:srgbClr val="15261F"/>
                </a:solidFill>
              </a:defRPr>
            </a:lvl6pPr>
            <a:lvl7pPr>
              <a:defRPr sz="1500" b="0">
                <a:solidFill>
                  <a:srgbClr val="15261F"/>
                </a:solidFill>
              </a:defRPr>
            </a:lvl7pPr>
            <a:lvl8pPr>
              <a:defRPr sz="1500" b="0">
                <a:solidFill>
                  <a:srgbClr val="15261F"/>
                </a:solidFill>
              </a:defRPr>
            </a:lvl8pPr>
            <a:lvl9pPr>
              <a:defRPr sz="1500" b="0">
                <a:solidFill>
                  <a:srgbClr val="15261F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61F"/>
                </a:solidFill>
              </a:defRPr>
            </a:pPr>
            <a:r>
              <a:rPr sz="1500" b="0">
                <a:solidFill>
                  <a:srgbClr val="15261F"/>
                </a:solidFill>
              </a:rPr>
              <a:t>Zod allowlist, guardrails and cost limits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D7F7B9-97D4-4CF4-AF15-6A7994AA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20002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B9D8BE"/>
          </a:solidFill>
          <a:ln xmlns:a="http://schemas.openxmlformats.org/drawingml/2006/main" w="9525">
            <a:solidFill>
              <a:srgbClr val="B9D8B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8B3509-D1C8-43A4-88E7-F09612F6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05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5261F"/>
                </a:solidFill>
              </a:defRPr>
            </a:defPPr>
            <a:lvl1pPr>
              <a:defRPr sz="1350" b="1">
                <a:solidFill>
                  <a:srgbClr val="15261F"/>
                </a:solidFill>
              </a:defRPr>
            </a:lvl1pPr>
            <a:lvl2pPr>
              <a:defRPr sz="1350" b="1">
                <a:solidFill>
                  <a:srgbClr val="15261F"/>
                </a:solidFill>
              </a:defRPr>
            </a:lvl2pPr>
            <a:lvl3pPr>
              <a:defRPr sz="1350" b="1">
                <a:solidFill>
                  <a:srgbClr val="15261F"/>
                </a:solidFill>
              </a:defRPr>
            </a:lvl3pPr>
            <a:lvl4pPr>
              <a:defRPr sz="1350" b="1">
                <a:solidFill>
                  <a:srgbClr val="15261F"/>
                </a:solidFill>
              </a:defRPr>
            </a:lvl4pPr>
            <a:lvl5pPr>
              <a:defRPr sz="1350" b="1">
                <a:solidFill>
                  <a:srgbClr val="15261F"/>
                </a:solidFill>
              </a:defRPr>
            </a:lvl5pPr>
            <a:lvl6pPr>
              <a:defRPr sz="1350" b="1">
                <a:solidFill>
                  <a:srgbClr val="15261F"/>
                </a:solidFill>
              </a:defRPr>
            </a:lvl6pPr>
            <a:lvl7pPr>
              <a:defRPr sz="1350" b="1">
                <a:solidFill>
                  <a:srgbClr val="15261F"/>
                </a:solidFill>
              </a:defRPr>
            </a:lvl7pPr>
            <a:lvl8pPr>
              <a:defRPr sz="1350" b="1">
                <a:solidFill>
                  <a:srgbClr val="15261F"/>
                </a:solidFill>
              </a:defRPr>
            </a:lvl8pPr>
            <a:lvl9pPr>
              <a:defRPr sz="1350" b="1">
                <a:solidFill>
                  <a:srgbClr val="15261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261F"/>
                </a:solidFill>
              </a:defRPr>
            </a:pPr>
            <a:r>
              <a:rPr sz="1350" b="1">
                <a:solidFill>
                  <a:srgbClr val="15261F"/>
                </a:solidFill>
              </a:rPr>
              <a:t>Automation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933EC-C005-4BB6-9DCB-3D88FB00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6958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5261F"/>
                </a:solidFill>
              </a:defRPr>
            </a:defPPr>
            <a:lvl1pPr>
              <a:defRPr sz="1500" b="0">
                <a:solidFill>
                  <a:srgbClr val="15261F"/>
                </a:solidFill>
              </a:defRPr>
            </a:lvl1pPr>
            <a:lvl2pPr>
              <a:defRPr sz="1500" b="0">
                <a:solidFill>
                  <a:srgbClr val="15261F"/>
                </a:solidFill>
              </a:defRPr>
            </a:lvl2pPr>
            <a:lvl3pPr>
              <a:defRPr sz="1500" b="0">
                <a:solidFill>
                  <a:srgbClr val="15261F"/>
                </a:solidFill>
              </a:defRPr>
            </a:lvl3pPr>
            <a:lvl4pPr>
              <a:defRPr sz="1500" b="0">
                <a:solidFill>
                  <a:srgbClr val="15261F"/>
                </a:solidFill>
              </a:defRPr>
            </a:lvl4pPr>
            <a:lvl5pPr>
              <a:defRPr sz="1500" b="0">
                <a:solidFill>
                  <a:srgbClr val="15261F"/>
                </a:solidFill>
              </a:defRPr>
            </a:lvl5pPr>
            <a:lvl6pPr>
              <a:defRPr sz="1500" b="0">
                <a:solidFill>
                  <a:srgbClr val="15261F"/>
                </a:solidFill>
              </a:defRPr>
            </a:lvl6pPr>
            <a:lvl7pPr>
              <a:defRPr sz="1500" b="0">
                <a:solidFill>
                  <a:srgbClr val="15261F"/>
                </a:solidFill>
              </a:defRPr>
            </a:lvl7pPr>
            <a:lvl8pPr>
              <a:defRPr sz="1500" b="0">
                <a:solidFill>
                  <a:srgbClr val="15261F"/>
                </a:solidFill>
              </a:defRPr>
            </a:lvl8pPr>
            <a:lvl9pPr>
              <a:defRPr sz="1500" b="0">
                <a:solidFill>
                  <a:srgbClr val="15261F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61F"/>
                </a:solidFill>
              </a:defRPr>
            </a:pPr>
            <a:r>
              <a:rPr sz="1500" b="0">
                <a:solidFill>
                  <a:srgbClr val="15261F"/>
                </a:solidFill>
              </a:rPr>
              <a:t>n8n notification service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941402-35BD-4E8C-8496-89718573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247900"/>
            <a:ext cx="31432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5261F"/>
          </a:solidFill>
          <a:ln xmlns:a="http://schemas.openxmlformats.org/drawingml/2006/main" w="9525">
            <a:solidFill>
              <a:srgbClr val="15261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31C01F-4769-4F85-BEDA-B00C8218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1937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1E7D4"/>
                </a:solidFill>
              </a:defRPr>
            </a:defPPr>
            <a:lvl1pPr>
              <a:defRPr sz="1500" b="1">
                <a:solidFill>
                  <a:srgbClr val="F1E7D4"/>
                </a:solidFill>
              </a:defRPr>
            </a:lvl1pPr>
            <a:lvl2pPr>
              <a:defRPr sz="1500" b="1">
                <a:solidFill>
                  <a:srgbClr val="F1E7D4"/>
                </a:solidFill>
              </a:defRPr>
            </a:lvl2pPr>
            <a:lvl3pPr>
              <a:defRPr sz="1500" b="1">
                <a:solidFill>
                  <a:srgbClr val="F1E7D4"/>
                </a:solidFill>
              </a:defRPr>
            </a:lvl3pPr>
            <a:lvl4pPr>
              <a:defRPr sz="1500" b="1">
                <a:solidFill>
                  <a:srgbClr val="F1E7D4"/>
                </a:solidFill>
              </a:defRPr>
            </a:lvl4pPr>
            <a:lvl5pPr>
              <a:defRPr sz="1500" b="1">
                <a:solidFill>
                  <a:srgbClr val="F1E7D4"/>
                </a:solidFill>
              </a:defRPr>
            </a:lvl5pPr>
            <a:lvl6pPr>
              <a:defRPr sz="1500" b="1">
                <a:solidFill>
                  <a:srgbClr val="F1E7D4"/>
                </a:solidFill>
              </a:defRPr>
            </a:lvl6pPr>
            <a:lvl7pPr>
              <a:defRPr sz="1500" b="1">
                <a:solidFill>
                  <a:srgbClr val="F1E7D4"/>
                </a:solidFill>
              </a:defRPr>
            </a:lvl7pPr>
            <a:lvl8pPr>
              <a:defRPr sz="1500" b="1">
                <a:solidFill>
                  <a:srgbClr val="F1E7D4"/>
                </a:solidFill>
              </a:defRPr>
            </a:lvl8pPr>
            <a:lvl9pPr>
              <a:defRPr sz="1500" b="1">
                <a:solidFill>
                  <a:srgbClr val="F1E7D4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1E7D4"/>
                </a:solidFill>
              </a:defRPr>
            </a:pPr>
            <a:r>
              <a:rPr sz="1500" b="1">
                <a:solidFill>
                  <a:srgbClr val="F1E7D4"/>
                </a:solidFill>
              </a:rPr>
              <a:t>Run from backend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FA8B08-64A6-4C7E-88B4-6C5DA266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242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FFFFFF"/>
                </a:solidFill>
              </a:defRPr>
            </a:defPPr>
            <a:lvl1pPr>
              <a:defRPr sz="2400" b="1">
                <a:solidFill>
                  <a:srgbClr val="FFFFFF"/>
                </a:solidFill>
              </a:defRPr>
            </a:lvl1pPr>
            <a:lvl2pPr>
              <a:defRPr sz="2400" b="1">
                <a:solidFill>
                  <a:srgbClr val="FFFFFF"/>
                </a:solidFill>
              </a:defRPr>
            </a:lvl2pPr>
            <a:lvl3pPr>
              <a:defRPr sz="2400" b="1">
                <a:solidFill>
                  <a:srgbClr val="FFFFFF"/>
                </a:solidFill>
              </a:defRPr>
            </a:lvl3pPr>
            <a:lvl4pPr>
              <a:defRPr sz="2400" b="1">
                <a:solidFill>
                  <a:srgbClr val="FFFFFF"/>
                </a:solidFill>
              </a:defRPr>
            </a:lvl4pPr>
            <a:lvl5pPr>
              <a:defRPr sz="2400" b="1">
                <a:solidFill>
                  <a:srgbClr val="FFFFFF"/>
                </a:solidFill>
              </a:defRPr>
            </a:lvl5pPr>
            <a:lvl6pPr>
              <a:defRPr sz="2400" b="1">
                <a:solidFill>
                  <a:srgbClr val="FFFFFF"/>
                </a:solidFill>
              </a:defRPr>
            </a:lvl6pPr>
            <a:lvl7pPr>
              <a:defRPr sz="2400" b="1">
                <a:solidFill>
                  <a:srgbClr val="FFFFFF"/>
                </a:solidFill>
              </a:defRPr>
            </a:lvl7pPr>
            <a:lvl8pPr>
              <a:defRPr sz="2400" b="1">
                <a:solidFill>
                  <a:srgbClr val="FFFFFF"/>
                </a:solidFill>
              </a:defRPr>
            </a:lvl8pPr>
            <a:lvl9pPr>
              <a:defRPr sz="24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npm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0CBFE3-41AD-49CA-BCE9-857DCA45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790950"/>
            <a:ext cx="2495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9D8BE"/>
                </a:solidFill>
              </a:defRPr>
            </a:defPPr>
            <a:lvl1pPr>
              <a:defRPr sz="1350" b="0">
                <a:solidFill>
                  <a:srgbClr val="B9D8BE"/>
                </a:solidFill>
              </a:defRPr>
            </a:lvl1pPr>
            <a:lvl2pPr>
              <a:defRPr sz="1350" b="0">
                <a:solidFill>
                  <a:srgbClr val="B9D8BE"/>
                </a:solidFill>
              </a:defRPr>
            </a:lvl2pPr>
            <a:lvl3pPr>
              <a:defRPr sz="1350" b="0">
                <a:solidFill>
                  <a:srgbClr val="B9D8BE"/>
                </a:solidFill>
              </a:defRPr>
            </a:lvl3pPr>
            <a:lvl4pPr>
              <a:defRPr sz="1350" b="0">
                <a:solidFill>
                  <a:srgbClr val="B9D8BE"/>
                </a:solidFill>
              </a:defRPr>
            </a:lvl4pPr>
            <a:lvl5pPr>
              <a:defRPr sz="1350" b="0">
                <a:solidFill>
                  <a:srgbClr val="B9D8BE"/>
                </a:solidFill>
              </a:defRPr>
            </a:lvl5pPr>
            <a:lvl6pPr>
              <a:defRPr sz="1350" b="0">
                <a:solidFill>
                  <a:srgbClr val="B9D8BE"/>
                </a:solidFill>
              </a:defRPr>
            </a:lvl6pPr>
            <a:lvl7pPr>
              <a:defRPr sz="1350" b="0">
                <a:solidFill>
                  <a:srgbClr val="B9D8BE"/>
                </a:solidFill>
              </a:defRPr>
            </a:lvl7pPr>
            <a:lvl8pPr>
              <a:defRPr sz="1350" b="0">
                <a:solidFill>
                  <a:srgbClr val="B9D8BE"/>
                </a:solidFill>
              </a:defRPr>
            </a:lvl8pPr>
            <a:lvl9pPr>
              <a:defRPr sz="1350" b="0">
                <a:solidFill>
                  <a:srgbClr val="B9D8BE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9D8BE"/>
                </a:solidFill>
              </a:defRPr>
            </a:pPr>
            <a:r>
              <a:rPr sz="1350" b="0">
                <a:solidFill>
                  <a:srgbClr val="B9D8BE"/>
                </a:solidFill>
              </a:rPr>
              <a:t>CI also runs this command on GitHub Actions.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094DE8-503B-4AC7-8C1D-ED6F2E14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62575"/>
            <a:ext cx="1000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D66B3D"/>
                </a:solidFill>
              </a:defRPr>
            </a:defPPr>
            <a:lvl1pPr>
              <a:defRPr sz="1425" b="1">
                <a:solidFill>
                  <a:srgbClr val="D66B3D"/>
                </a:solidFill>
              </a:defRPr>
            </a:lvl1pPr>
            <a:lvl2pPr>
              <a:defRPr sz="1425" b="1">
                <a:solidFill>
                  <a:srgbClr val="D66B3D"/>
                </a:solidFill>
              </a:defRPr>
            </a:lvl2pPr>
            <a:lvl3pPr>
              <a:defRPr sz="1425" b="1">
                <a:solidFill>
                  <a:srgbClr val="D66B3D"/>
                </a:solidFill>
              </a:defRPr>
            </a:lvl3pPr>
            <a:lvl4pPr>
              <a:defRPr sz="1425" b="1">
                <a:solidFill>
                  <a:srgbClr val="D66B3D"/>
                </a:solidFill>
              </a:defRPr>
            </a:lvl4pPr>
            <a:lvl5pPr>
              <a:defRPr sz="1425" b="1">
                <a:solidFill>
                  <a:srgbClr val="D66B3D"/>
                </a:solidFill>
              </a:defRPr>
            </a:lvl5pPr>
            <a:lvl6pPr>
              <a:defRPr sz="1425" b="1">
                <a:solidFill>
                  <a:srgbClr val="D66B3D"/>
                </a:solidFill>
              </a:defRPr>
            </a:lvl6pPr>
            <a:lvl7pPr>
              <a:defRPr sz="1425" b="1">
                <a:solidFill>
                  <a:srgbClr val="D66B3D"/>
                </a:solidFill>
              </a:defRPr>
            </a:lvl7pPr>
            <a:lvl8pPr>
              <a:defRPr sz="1425" b="1">
                <a:solidFill>
                  <a:srgbClr val="D66B3D"/>
                </a:solidFill>
              </a:defRPr>
            </a:lvl8pPr>
            <a:lvl9pPr>
              <a:defRPr sz="1425" b="1">
                <a:solidFill>
                  <a:srgbClr val="D66B3D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D66B3D"/>
                </a:solidFill>
              </a:defRPr>
            </a:pPr>
            <a:r>
              <a:rPr sz="1425" b="1">
                <a:solidFill>
                  <a:srgbClr val="D66B3D"/>
                </a:solidFill>
              </a:rPr>
              <a:t>The clean-clone, phone and public-deployment checks still need rehearsal evidence.</a:t>
            </a:r>
          </a:p>
        </p:txBody>
      </p:sp>
    </p:spTree>
    <p:extLst>
      <p:ext uri="{BB962C8B-B14F-4D97-AF65-F5344CB8AC3E}">
        <p14:creationId xmlns:p14="http://schemas.microsoft.com/office/powerpoint/2010/main" val="8329697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177C51-33D5-4531-A267-EBE4AEA4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D66B3D"/>
                </a:solidFill>
              </a:defRPr>
            </a:defPPr>
            <a:lvl1pPr>
              <a:defRPr sz="975" b="1">
                <a:solidFill>
                  <a:srgbClr val="D66B3D"/>
                </a:solidFill>
              </a:defRPr>
            </a:lvl1pPr>
            <a:lvl2pPr>
              <a:defRPr sz="975" b="1">
                <a:solidFill>
                  <a:srgbClr val="D66B3D"/>
                </a:solidFill>
              </a:defRPr>
            </a:lvl2pPr>
            <a:lvl3pPr>
              <a:defRPr sz="975" b="1">
                <a:solidFill>
                  <a:srgbClr val="D66B3D"/>
                </a:solidFill>
              </a:defRPr>
            </a:lvl3pPr>
            <a:lvl4pPr>
              <a:defRPr sz="975" b="1">
                <a:solidFill>
                  <a:srgbClr val="D66B3D"/>
                </a:solidFill>
              </a:defRPr>
            </a:lvl4pPr>
            <a:lvl5pPr>
              <a:defRPr sz="975" b="1">
                <a:solidFill>
                  <a:srgbClr val="D66B3D"/>
                </a:solidFill>
              </a:defRPr>
            </a:lvl5pPr>
            <a:lvl6pPr>
              <a:defRPr sz="975" b="1">
                <a:solidFill>
                  <a:srgbClr val="D66B3D"/>
                </a:solidFill>
              </a:defRPr>
            </a:lvl6pPr>
            <a:lvl7pPr>
              <a:defRPr sz="975" b="1">
                <a:solidFill>
                  <a:srgbClr val="D66B3D"/>
                </a:solidFill>
              </a:defRPr>
            </a:lvl7pPr>
            <a:lvl8pPr>
              <a:defRPr sz="975" b="1">
                <a:solidFill>
                  <a:srgbClr val="D66B3D"/>
                </a:solidFill>
              </a:defRPr>
            </a:lvl8pPr>
            <a:lvl9pPr>
              <a:defRPr sz="975" b="1">
                <a:solidFill>
                  <a:srgbClr val="D66B3D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D66B3D"/>
                </a:solidFill>
              </a:defRPr>
            </a:pPr>
            <a:r>
              <a:rPr sz="975" b="1">
                <a:solidFill>
                  <a:srgbClr val="D66B3D"/>
                </a:solidFill>
              </a:rPr>
              <a:t>DEMO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C75267-D1F8-4B5B-AB15-44452580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5261F"/>
                </a:solidFill>
              </a:defRPr>
            </a:defPPr>
            <a:lvl1pPr>
              <a:defRPr sz="2775" b="1">
                <a:solidFill>
                  <a:srgbClr val="15261F"/>
                </a:solidFill>
              </a:defRPr>
            </a:lvl1pPr>
            <a:lvl2pPr>
              <a:defRPr sz="2775" b="1">
                <a:solidFill>
                  <a:srgbClr val="15261F"/>
                </a:solidFill>
              </a:defRPr>
            </a:lvl2pPr>
            <a:lvl3pPr>
              <a:defRPr sz="2775" b="1">
                <a:solidFill>
                  <a:srgbClr val="15261F"/>
                </a:solidFill>
              </a:defRPr>
            </a:lvl3pPr>
            <a:lvl4pPr>
              <a:defRPr sz="2775" b="1">
                <a:solidFill>
                  <a:srgbClr val="15261F"/>
                </a:solidFill>
              </a:defRPr>
            </a:lvl4pPr>
            <a:lvl5pPr>
              <a:defRPr sz="2775" b="1">
                <a:solidFill>
                  <a:srgbClr val="15261F"/>
                </a:solidFill>
              </a:defRPr>
            </a:lvl5pPr>
            <a:lvl6pPr>
              <a:defRPr sz="2775" b="1">
                <a:solidFill>
                  <a:srgbClr val="15261F"/>
                </a:solidFill>
              </a:defRPr>
            </a:lvl6pPr>
            <a:lvl7pPr>
              <a:defRPr sz="2775" b="1">
                <a:solidFill>
                  <a:srgbClr val="15261F"/>
                </a:solidFill>
              </a:defRPr>
            </a:lvl7pPr>
            <a:lvl8pPr>
              <a:defRPr sz="2775" b="1">
                <a:solidFill>
                  <a:srgbClr val="15261F"/>
                </a:solidFill>
              </a:defRPr>
            </a:lvl8pPr>
            <a:lvl9pPr>
              <a:defRPr sz="2775" b="1">
                <a:solidFill>
                  <a:srgbClr val="15261F"/>
                </a:solidFill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61F"/>
                </a:solidFill>
              </a:defRPr>
            </a:pPr>
            <a:r>
              <a:rPr sz="2775" b="1">
                <a:solidFill>
                  <a:srgbClr val="15261F"/>
                </a:solidFill>
              </a:rPr>
              <a:t>A 6–8 minute story with a working fallback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E2963-7758-4BDF-8E2F-4BC9D6AC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43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66756D"/>
                </a:solidFill>
              </a:defRPr>
            </a:defPPr>
            <a:lvl1pPr>
              <a:defRPr sz="900" b="1">
                <a:solidFill>
                  <a:srgbClr val="66756D"/>
                </a:solidFill>
              </a:defRPr>
            </a:lvl1pPr>
            <a:lvl2pPr>
              <a:defRPr sz="900" b="1">
                <a:solidFill>
                  <a:srgbClr val="66756D"/>
                </a:solidFill>
              </a:defRPr>
            </a:lvl2pPr>
            <a:lvl3pPr>
              <a:defRPr sz="900" b="1">
                <a:solidFill>
                  <a:srgbClr val="66756D"/>
                </a:solidFill>
              </a:defRPr>
            </a:lvl3pPr>
            <a:lvl4pPr>
              <a:defRPr sz="900" b="1">
                <a:solidFill>
                  <a:srgbClr val="66756D"/>
                </a:solidFill>
              </a:defRPr>
            </a:lvl4pPr>
            <a:lvl5pPr>
              <a:defRPr sz="900" b="1">
                <a:solidFill>
                  <a:srgbClr val="66756D"/>
                </a:solidFill>
              </a:defRPr>
            </a:lvl5pPr>
            <a:lvl6pPr>
              <a:defRPr sz="900" b="1">
                <a:solidFill>
                  <a:srgbClr val="66756D"/>
                </a:solidFill>
              </a:defRPr>
            </a:lvl6pPr>
            <a:lvl7pPr>
              <a:defRPr sz="900" b="1">
                <a:solidFill>
                  <a:srgbClr val="66756D"/>
                </a:solidFill>
              </a:defRPr>
            </a:lvl7pPr>
            <a:lvl8pPr>
              <a:defRPr sz="900" b="1">
                <a:solidFill>
                  <a:srgbClr val="66756D"/>
                </a:solidFill>
              </a:defRPr>
            </a:lvl8pPr>
            <a:lvl9pPr>
              <a:defRPr sz="900" b="1">
                <a:solidFill>
                  <a:srgbClr val="66756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6756D"/>
                </a:solidFill>
              </a:defRPr>
            </a:pPr>
            <a:r>
              <a:rPr sz="900" b="1">
                <a:solidFill>
                  <a:srgbClr val="66756D"/>
                </a:solidFill>
              </a:rPr>
              <a:t>SHOPMATE AI  /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5A0C0-A180-4E1B-9D88-E96AF588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9D8B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E4C7D-DBA1-4A53-844F-3B98A5C1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D66B3D"/>
                </a:solidFill>
              </a:defRPr>
            </a:defPPr>
            <a:lvl1pPr>
              <a:defRPr sz="1950" b="1">
                <a:solidFill>
                  <a:srgbClr val="D66B3D"/>
                </a:solidFill>
              </a:defRPr>
            </a:lvl1pPr>
            <a:lvl2pPr>
              <a:defRPr sz="1950" b="1">
                <a:solidFill>
                  <a:srgbClr val="D66B3D"/>
                </a:solidFill>
              </a:defRPr>
            </a:lvl2pPr>
            <a:lvl3pPr>
              <a:defRPr sz="1950" b="1">
                <a:solidFill>
                  <a:srgbClr val="D66B3D"/>
                </a:solidFill>
              </a:defRPr>
            </a:lvl3pPr>
            <a:lvl4pPr>
              <a:defRPr sz="1950" b="1">
                <a:solidFill>
                  <a:srgbClr val="D66B3D"/>
                </a:solidFill>
              </a:defRPr>
            </a:lvl4pPr>
            <a:lvl5pPr>
              <a:defRPr sz="1950" b="1">
                <a:solidFill>
                  <a:srgbClr val="D66B3D"/>
                </a:solidFill>
              </a:defRPr>
            </a:lvl5pPr>
            <a:lvl6pPr>
              <a:defRPr sz="1950" b="1">
                <a:solidFill>
                  <a:srgbClr val="D66B3D"/>
                </a:solidFill>
              </a:defRPr>
            </a:lvl6pPr>
            <a:lvl7pPr>
              <a:defRPr sz="1950" b="1">
                <a:solidFill>
                  <a:srgbClr val="D66B3D"/>
                </a:solidFill>
              </a:defRPr>
            </a:lvl7pPr>
            <a:lvl8pPr>
              <a:defRPr sz="1950" b="1">
                <a:solidFill>
                  <a:srgbClr val="D66B3D"/>
                </a:solidFill>
              </a:defRPr>
            </a:lvl8pPr>
            <a:lvl9pPr>
              <a:defRPr sz="1950" b="1">
                <a:solidFill>
                  <a:srgbClr val="D66B3D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D66B3D"/>
                </a:solidFill>
              </a:defRPr>
            </a:pPr>
            <a:r>
              <a:rPr sz="1950" b="1">
                <a:solidFill>
                  <a:srgbClr val="D66B3D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8B8C3-853B-414D-B98C-3A69E51E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F6B4F"/>
                </a:solidFill>
              </a:defRPr>
            </a:defPPr>
            <a:lvl1pPr>
              <a:defRPr sz="1800" b="1">
                <a:solidFill>
                  <a:srgbClr val="2F6B4F"/>
                </a:solidFill>
              </a:defRPr>
            </a:lvl1pPr>
            <a:lvl2pPr>
              <a:defRPr sz="1800" b="1">
                <a:solidFill>
                  <a:srgbClr val="2F6B4F"/>
                </a:solidFill>
              </a:defRPr>
            </a:lvl2pPr>
            <a:lvl3pPr>
              <a:defRPr sz="1800" b="1">
                <a:solidFill>
                  <a:srgbClr val="2F6B4F"/>
                </a:solidFill>
              </a:defRPr>
            </a:lvl3pPr>
            <a:lvl4pPr>
              <a:defRPr sz="1800" b="1">
                <a:solidFill>
                  <a:srgbClr val="2F6B4F"/>
                </a:solidFill>
              </a:defRPr>
            </a:lvl4pPr>
            <a:lvl5pPr>
              <a:defRPr sz="1800" b="1">
                <a:solidFill>
                  <a:srgbClr val="2F6B4F"/>
                </a:solidFill>
              </a:defRPr>
            </a:lvl5pPr>
            <a:lvl6pPr>
              <a:defRPr sz="1800" b="1">
                <a:solidFill>
                  <a:srgbClr val="2F6B4F"/>
                </a:solidFill>
              </a:defRPr>
            </a:lvl6pPr>
            <a:lvl7pPr>
              <a:defRPr sz="1800" b="1">
                <a:solidFill>
                  <a:srgbClr val="2F6B4F"/>
                </a:solidFill>
              </a:defRPr>
            </a:lvl7pPr>
            <a:lvl8pPr>
              <a:defRPr sz="1800" b="1">
                <a:solidFill>
                  <a:srgbClr val="2F6B4F"/>
                </a:solidFill>
              </a:defRPr>
            </a:lvl8pPr>
            <a:lvl9pPr>
              <a:defRPr sz="1800" b="1">
                <a:solidFill>
                  <a:srgbClr val="2F6B4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F6B4F"/>
                </a:solidFill>
              </a:defRPr>
            </a:pPr>
            <a:r>
              <a:rPr sz="1800" b="1">
                <a:solidFill>
                  <a:srgbClr val="2F6B4F"/>
                </a:solidFill>
              </a:rPr>
              <a:t>Customer chat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99B955-0F6B-40C6-8953-411700A2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171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5261F"/>
                </a:solidFill>
              </a:defRPr>
            </a:defPPr>
            <a:lvl1pPr>
              <a:defRPr sz="1425" b="0">
                <a:solidFill>
                  <a:srgbClr val="15261F"/>
                </a:solidFill>
              </a:defRPr>
            </a:lvl1pPr>
            <a:lvl2pPr>
              <a:defRPr sz="1425" b="0">
                <a:solidFill>
                  <a:srgbClr val="15261F"/>
                </a:solidFill>
              </a:defRPr>
            </a:lvl2pPr>
            <a:lvl3pPr>
              <a:defRPr sz="1425" b="0">
                <a:solidFill>
                  <a:srgbClr val="15261F"/>
                </a:solidFill>
              </a:defRPr>
            </a:lvl3pPr>
            <a:lvl4pPr>
              <a:defRPr sz="1425" b="0">
                <a:solidFill>
                  <a:srgbClr val="15261F"/>
                </a:solidFill>
              </a:defRPr>
            </a:lvl4pPr>
            <a:lvl5pPr>
              <a:defRPr sz="1425" b="0">
                <a:solidFill>
                  <a:srgbClr val="15261F"/>
                </a:solidFill>
              </a:defRPr>
            </a:lvl5pPr>
            <a:lvl6pPr>
              <a:defRPr sz="1425" b="0">
                <a:solidFill>
                  <a:srgbClr val="15261F"/>
                </a:solidFill>
              </a:defRPr>
            </a:lvl6pPr>
            <a:lvl7pPr>
              <a:defRPr sz="1425" b="0">
                <a:solidFill>
                  <a:srgbClr val="15261F"/>
                </a:solidFill>
              </a:defRPr>
            </a:lvl7pPr>
            <a:lvl8pPr>
              <a:defRPr sz="1425" b="0">
                <a:solidFill>
                  <a:srgbClr val="15261F"/>
                </a:solidFill>
              </a:defRPr>
            </a:lvl8pPr>
            <a:lvl9pPr>
              <a:defRPr sz="1425" b="0">
                <a:solidFill>
                  <a:srgbClr val="15261F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61F"/>
                </a:solidFill>
              </a:defRPr>
            </a:pPr>
            <a:r>
              <a:rPr sz="1425" b="0">
                <a:solidFill>
                  <a:srgbClr val="15261F"/>
                </a:solidFill>
              </a:rPr>
              <a:t>RAG answer with source, then live stock.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51033-E2D4-4309-92F3-B6CC83C1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0955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D66B3D"/>
                </a:solidFill>
              </a:defRPr>
            </a:defPPr>
            <a:lvl1pPr>
              <a:defRPr sz="1950" b="1">
                <a:solidFill>
                  <a:srgbClr val="D66B3D"/>
                </a:solidFill>
              </a:defRPr>
            </a:lvl1pPr>
            <a:lvl2pPr>
              <a:defRPr sz="1950" b="1">
                <a:solidFill>
                  <a:srgbClr val="D66B3D"/>
                </a:solidFill>
              </a:defRPr>
            </a:lvl2pPr>
            <a:lvl3pPr>
              <a:defRPr sz="1950" b="1">
                <a:solidFill>
                  <a:srgbClr val="D66B3D"/>
                </a:solidFill>
              </a:defRPr>
            </a:lvl3pPr>
            <a:lvl4pPr>
              <a:defRPr sz="1950" b="1">
                <a:solidFill>
                  <a:srgbClr val="D66B3D"/>
                </a:solidFill>
              </a:defRPr>
            </a:lvl4pPr>
            <a:lvl5pPr>
              <a:defRPr sz="1950" b="1">
                <a:solidFill>
                  <a:srgbClr val="D66B3D"/>
                </a:solidFill>
              </a:defRPr>
            </a:lvl5pPr>
            <a:lvl6pPr>
              <a:defRPr sz="1950" b="1">
                <a:solidFill>
                  <a:srgbClr val="D66B3D"/>
                </a:solidFill>
              </a:defRPr>
            </a:lvl6pPr>
            <a:lvl7pPr>
              <a:defRPr sz="1950" b="1">
                <a:solidFill>
                  <a:srgbClr val="D66B3D"/>
                </a:solidFill>
              </a:defRPr>
            </a:lvl7pPr>
            <a:lvl8pPr>
              <a:defRPr sz="1950" b="1">
                <a:solidFill>
                  <a:srgbClr val="D66B3D"/>
                </a:solidFill>
              </a:defRPr>
            </a:lvl8pPr>
            <a:lvl9pPr>
              <a:defRPr sz="1950" b="1">
                <a:solidFill>
                  <a:srgbClr val="D66B3D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D66B3D"/>
                </a:solidFill>
              </a:defRPr>
            </a:pPr>
            <a:r>
              <a:rPr sz="1950" b="1">
                <a:solidFill>
                  <a:srgbClr val="D66B3D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2ACBD-F572-40DB-B25C-60513DF7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4795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F6B4F"/>
                </a:solidFill>
              </a:defRPr>
            </a:defPPr>
            <a:lvl1pPr>
              <a:defRPr sz="1800" b="1">
                <a:solidFill>
                  <a:srgbClr val="2F6B4F"/>
                </a:solidFill>
              </a:defRPr>
            </a:lvl1pPr>
            <a:lvl2pPr>
              <a:defRPr sz="1800" b="1">
                <a:solidFill>
                  <a:srgbClr val="2F6B4F"/>
                </a:solidFill>
              </a:defRPr>
            </a:lvl2pPr>
            <a:lvl3pPr>
              <a:defRPr sz="1800" b="1">
                <a:solidFill>
                  <a:srgbClr val="2F6B4F"/>
                </a:solidFill>
              </a:defRPr>
            </a:lvl3pPr>
            <a:lvl4pPr>
              <a:defRPr sz="1800" b="1">
                <a:solidFill>
                  <a:srgbClr val="2F6B4F"/>
                </a:solidFill>
              </a:defRPr>
            </a:lvl4pPr>
            <a:lvl5pPr>
              <a:defRPr sz="1800" b="1">
                <a:solidFill>
                  <a:srgbClr val="2F6B4F"/>
                </a:solidFill>
              </a:defRPr>
            </a:lvl5pPr>
            <a:lvl6pPr>
              <a:defRPr sz="1800" b="1">
                <a:solidFill>
                  <a:srgbClr val="2F6B4F"/>
                </a:solidFill>
              </a:defRPr>
            </a:lvl6pPr>
            <a:lvl7pPr>
              <a:defRPr sz="1800" b="1">
                <a:solidFill>
                  <a:srgbClr val="2F6B4F"/>
                </a:solidFill>
              </a:defRPr>
            </a:lvl7pPr>
            <a:lvl8pPr>
              <a:defRPr sz="1800" b="1">
                <a:solidFill>
                  <a:srgbClr val="2F6B4F"/>
                </a:solidFill>
              </a:defRPr>
            </a:lvl8pPr>
            <a:lvl9pPr>
              <a:defRPr sz="1800" b="1">
                <a:solidFill>
                  <a:srgbClr val="2F6B4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F6B4F"/>
                </a:solidFill>
              </a:defRPr>
            </a:pPr>
            <a:r>
              <a:rPr sz="1800" b="1">
                <a:solidFill>
                  <a:srgbClr val="2F6B4F"/>
                </a:solidFill>
              </a:rPr>
              <a:t>COD order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FE556D-8C24-469F-9DFA-02E5443E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143250"/>
            <a:ext cx="2171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5261F"/>
                </a:solidFill>
              </a:defRPr>
            </a:defPPr>
            <a:lvl1pPr>
              <a:defRPr sz="1425" b="0">
                <a:solidFill>
                  <a:srgbClr val="15261F"/>
                </a:solidFill>
              </a:defRPr>
            </a:lvl1pPr>
            <a:lvl2pPr>
              <a:defRPr sz="1425" b="0">
                <a:solidFill>
                  <a:srgbClr val="15261F"/>
                </a:solidFill>
              </a:defRPr>
            </a:lvl2pPr>
            <a:lvl3pPr>
              <a:defRPr sz="1425" b="0">
                <a:solidFill>
                  <a:srgbClr val="15261F"/>
                </a:solidFill>
              </a:defRPr>
            </a:lvl3pPr>
            <a:lvl4pPr>
              <a:defRPr sz="1425" b="0">
                <a:solidFill>
                  <a:srgbClr val="15261F"/>
                </a:solidFill>
              </a:defRPr>
            </a:lvl4pPr>
            <a:lvl5pPr>
              <a:defRPr sz="1425" b="0">
                <a:solidFill>
                  <a:srgbClr val="15261F"/>
                </a:solidFill>
              </a:defRPr>
            </a:lvl5pPr>
            <a:lvl6pPr>
              <a:defRPr sz="1425" b="0">
                <a:solidFill>
                  <a:srgbClr val="15261F"/>
                </a:solidFill>
              </a:defRPr>
            </a:lvl6pPr>
            <a:lvl7pPr>
              <a:defRPr sz="1425" b="0">
                <a:solidFill>
                  <a:srgbClr val="15261F"/>
                </a:solidFill>
              </a:defRPr>
            </a:lvl7pPr>
            <a:lvl8pPr>
              <a:defRPr sz="1425" b="0">
                <a:solidFill>
                  <a:srgbClr val="15261F"/>
                </a:solidFill>
              </a:defRPr>
            </a:lvl8pPr>
            <a:lvl9pPr>
              <a:defRPr sz="1425" b="0">
                <a:solidFill>
                  <a:srgbClr val="15261F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61F"/>
                </a:solidFill>
              </a:defRPr>
            </a:pPr>
            <a:r>
              <a:rPr sz="1425" b="0">
                <a:solidFill>
                  <a:srgbClr val="15261F"/>
                </a:solidFill>
              </a:rPr>
              <a:t>Show the confirmation before the write.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76019-6EF0-46B4-A8AB-92BB3F82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D66B3D"/>
                </a:solidFill>
              </a:defRPr>
            </a:defPPr>
            <a:lvl1pPr>
              <a:defRPr sz="1950" b="1">
                <a:solidFill>
                  <a:srgbClr val="D66B3D"/>
                </a:solidFill>
              </a:defRPr>
            </a:lvl1pPr>
            <a:lvl2pPr>
              <a:defRPr sz="1950" b="1">
                <a:solidFill>
                  <a:srgbClr val="D66B3D"/>
                </a:solidFill>
              </a:defRPr>
            </a:lvl2pPr>
            <a:lvl3pPr>
              <a:defRPr sz="1950" b="1">
                <a:solidFill>
                  <a:srgbClr val="D66B3D"/>
                </a:solidFill>
              </a:defRPr>
            </a:lvl3pPr>
            <a:lvl4pPr>
              <a:defRPr sz="1950" b="1">
                <a:solidFill>
                  <a:srgbClr val="D66B3D"/>
                </a:solidFill>
              </a:defRPr>
            </a:lvl4pPr>
            <a:lvl5pPr>
              <a:defRPr sz="1950" b="1">
                <a:solidFill>
                  <a:srgbClr val="D66B3D"/>
                </a:solidFill>
              </a:defRPr>
            </a:lvl5pPr>
            <a:lvl6pPr>
              <a:defRPr sz="1950" b="1">
                <a:solidFill>
                  <a:srgbClr val="D66B3D"/>
                </a:solidFill>
              </a:defRPr>
            </a:lvl6pPr>
            <a:lvl7pPr>
              <a:defRPr sz="1950" b="1">
                <a:solidFill>
                  <a:srgbClr val="D66B3D"/>
                </a:solidFill>
              </a:defRPr>
            </a:lvl7pPr>
            <a:lvl8pPr>
              <a:defRPr sz="1950" b="1">
                <a:solidFill>
                  <a:srgbClr val="D66B3D"/>
                </a:solidFill>
              </a:defRPr>
            </a:lvl8pPr>
            <a:lvl9pPr>
              <a:defRPr sz="1950" b="1">
                <a:solidFill>
                  <a:srgbClr val="D66B3D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D66B3D"/>
                </a:solidFill>
              </a:defRPr>
            </a:pPr>
            <a:r>
              <a:rPr sz="1950" b="1">
                <a:solidFill>
                  <a:srgbClr val="D66B3D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7E79B4-2205-4239-BD00-6F6C1F11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4795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F6B4F"/>
                </a:solidFill>
              </a:defRPr>
            </a:defPPr>
            <a:lvl1pPr>
              <a:defRPr sz="1800" b="1">
                <a:solidFill>
                  <a:srgbClr val="2F6B4F"/>
                </a:solidFill>
              </a:defRPr>
            </a:lvl1pPr>
            <a:lvl2pPr>
              <a:defRPr sz="1800" b="1">
                <a:solidFill>
                  <a:srgbClr val="2F6B4F"/>
                </a:solidFill>
              </a:defRPr>
            </a:lvl2pPr>
            <a:lvl3pPr>
              <a:defRPr sz="1800" b="1">
                <a:solidFill>
                  <a:srgbClr val="2F6B4F"/>
                </a:solidFill>
              </a:defRPr>
            </a:lvl3pPr>
            <a:lvl4pPr>
              <a:defRPr sz="1800" b="1">
                <a:solidFill>
                  <a:srgbClr val="2F6B4F"/>
                </a:solidFill>
              </a:defRPr>
            </a:lvl4pPr>
            <a:lvl5pPr>
              <a:defRPr sz="1800" b="1">
                <a:solidFill>
                  <a:srgbClr val="2F6B4F"/>
                </a:solidFill>
              </a:defRPr>
            </a:lvl5pPr>
            <a:lvl6pPr>
              <a:defRPr sz="1800" b="1">
                <a:solidFill>
                  <a:srgbClr val="2F6B4F"/>
                </a:solidFill>
              </a:defRPr>
            </a:lvl6pPr>
            <a:lvl7pPr>
              <a:defRPr sz="1800" b="1">
                <a:solidFill>
                  <a:srgbClr val="2F6B4F"/>
                </a:solidFill>
              </a:defRPr>
            </a:lvl7pPr>
            <a:lvl8pPr>
              <a:defRPr sz="1800" b="1">
                <a:solidFill>
                  <a:srgbClr val="2F6B4F"/>
                </a:solidFill>
              </a:defRPr>
            </a:lvl8pPr>
            <a:lvl9pPr>
              <a:defRPr sz="1800" b="1">
                <a:solidFill>
                  <a:srgbClr val="2F6B4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F6B4F"/>
                </a:solidFill>
              </a:defRPr>
            </a:pPr>
            <a:r>
              <a:rPr sz="1800" b="1">
                <a:solidFill>
                  <a:srgbClr val="2F6B4F"/>
                </a:solidFill>
              </a:rPr>
              <a:t>Admin 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A8A646-A4F8-4156-8198-C6D91479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43250"/>
            <a:ext cx="2171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5261F"/>
                </a:solidFill>
              </a:defRPr>
            </a:defPPr>
            <a:lvl1pPr>
              <a:defRPr sz="1425" b="0">
                <a:solidFill>
                  <a:srgbClr val="15261F"/>
                </a:solidFill>
              </a:defRPr>
            </a:lvl1pPr>
            <a:lvl2pPr>
              <a:defRPr sz="1425" b="0">
                <a:solidFill>
                  <a:srgbClr val="15261F"/>
                </a:solidFill>
              </a:defRPr>
            </a:lvl2pPr>
            <a:lvl3pPr>
              <a:defRPr sz="1425" b="0">
                <a:solidFill>
                  <a:srgbClr val="15261F"/>
                </a:solidFill>
              </a:defRPr>
            </a:lvl3pPr>
            <a:lvl4pPr>
              <a:defRPr sz="1425" b="0">
                <a:solidFill>
                  <a:srgbClr val="15261F"/>
                </a:solidFill>
              </a:defRPr>
            </a:lvl4pPr>
            <a:lvl5pPr>
              <a:defRPr sz="1425" b="0">
                <a:solidFill>
                  <a:srgbClr val="15261F"/>
                </a:solidFill>
              </a:defRPr>
            </a:lvl5pPr>
            <a:lvl6pPr>
              <a:defRPr sz="1425" b="0">
                <a:solidFill>
                  <a:srgbClr val="15261F"/>
                </a:solidFill>
              </a:defRPr>
            </a:lvl6pPr>
            <a:lvl7pPr>
              <a:defRPr sz="1425" b="0">
                <a:solidFill>
                  <a:srgbClr val="15261F"/>
                </a:solidFill>
              </a:defRPr>
            </a:lvl7pPr>
            <a:lvl8pPr>
              <a:defRPr sz="1425" b="0">
                <a:solidFill>
                  <a:srgbClr val="15261F"/>
                </a:solidFill>
              </a:defRPr>
            </a:lvl8pPr>
            <a:lvl9pPr>
              <a:defRPr sz="1425" b="0">
                <a:solidFill>
                  <a:srgbClr val="15261F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61F"/>
                </a:solidFill>
              </a:defRPr>
            </a:pPr>
            <a:r>
              <a:rPr sz="1425" b="0">
                <a:solidFill>
                  <a:srgbClr val="15261F"/>
                </a:solidFill>
              </a:rPr>
              <a:t>Change catalogue, upload a document and inspect chunks.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F490E7-F324-4CD2-8D2C-7E842853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0955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D66B3D"/>
                </a:solidFill>
              </a:defRPr>
            </a:defPPr>
            <a:lvl1pPr>
              <a:defRPr sz="1950" b="1">
                <a:solidFill>
                  <a:srgbClr val="D66B3D"/>
                </a:solidFill>
              </a:defRPr>
            </a:lvl1pPr>
            <a:lvl2pPr>
              <a:defRPr sz="1950" b="1">
                <a:solidFill>
                  <a:srgbClr val="D66B3D"/>
                </a:solidFill>
              </a:defRPr>
            </a:lvl2pPr>
            <a:lvl3pPr>
              <a:defRPr sz="1950" b="1">
                <a:solidFill>
                  <a:srgbClr val="D66B3D"/>
                </a:solidFill>
              </a:defRPr>
            </a:lvl3pPr>
            <a:lvl4pPr>
              <a:defRPr sz="1950" b="1">
                <a:solidFill>
                  <a:srgbClr val="D66B3D"/>
                </a:solidFill>
              </a:defRPr>
            </a:lvl4pPr>
            <a:lvl5pPr>
              <a:defRPr sz="1950" b="1">
                <a:solidFill>
                  <a:srgbClr val="D66B3D"/>
                </a:solidFill>
              </a:defRPr>
            </a:lvl5pPr>
            <a:lvl6pPr>
              <a:defRPr sz="1950" b="1">
                <a:solidFill>
                  <a:srgbClr val="D66B3D"/>
                </a:solidFill>
              </a:defRPr>
            </a:lvl6pPr>
            <a:lvl7pPr>
              <a:defRPr sz="1950" b="1">
                <a:solidFill>
                  <a:srgbClr val="D66B3D"/>
                </a:solidFill>
              </a:defRPr>
            </a:lvl7pPr>
            <a:lvl8pPr>
              <a:defRPr sz="1950" b="1">
                <a:solidFill>
                  <a:srgbClr val="D66B3D"/>
                </a:solidFill>
              </a:defRPr>
            </a:lvl8pPr>
            <a:lvl9pPr>
              <a:defRPr sz="1950" b="1">
                <a:solidFill>
                  <a:srgbClr val="D66B3D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D66B3D"/>
                </a:solidFill>
              </a:defRPr>
            </a:pPr>
            <a:r>
              <a:rPr sz="1950" b="1">
                <a:solidFill>
                  <a:srgbClr val="D66B3D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F15B62-A172-4511-BE7C-DCB91815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64795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F6B4F"/>
                </a:solidFill>
              </a:defRPr>
            </a:defPPr>
            <a:lvl1pPr>
              <a:defRPr sz="1800" b="1">
                <a:solidFill>
                  <a:srgbClr val="2F6B4F"/>
                </a:solidFill>
              </a:defRPr>
            </a:lvl1pPr>
            <a:lvl2pPr>
              <a:defRPr sz="1800" b="1">
                <a:solidFill>
                  <a:srgbClr val="2F6B4F"/>
                </a:solidFill>
              </a:defRPr>
            </a:lvl2pPr>
            <a:lvl3pPr>
              <a:defRPr sz="1800" b="1">
                <a:solidFill>
                  <a:srgbClr val="2F6B4F"/>
                </a:solidFill>
              </a:defRPr>
            </a:lvl3pPr>
            <a:lvl4pPr>
              <a:defRPr sz="1800" b="1">
                <a:solidFill>
                  <a:srgbClr val="2F6B4F"/>
                </a:solidFill>
              </a:defRPr>
            </a:lvl4pPr>
            <a:lvl5pPr>
              <a:defRPr sz="1800" b="1">
                <a:solidFill>
                  <a:srgbClr val="2F6B4F"/>
                </a:solidFill>
              </a:defRPr>
            </a:lvl5pPr>
            <a:lvl6pPr>
              <a:defRPr sz="1800" b="1">
                <a:solidFill>
                  <a:srgbClr val="2F6B4F"/>
                </a:solidFill>
              </a:defRPr>
            </a:lvl6pPr>
            <a:lvl7pPr>
              <a:defRPr sz="1800" b="1">
                <a:solidFill>
                  <a:srgbClr val="2F6B4F"/>
                </a:solidFill>
              </a:defRPr>
            </a:lvl7pPr>
            <a:lvl8pPr>
              <a:defRPr sz="1800" b="1">
                <a:solidFill>
                  <a:srgbClr val="2F6B4F"/>
                </a:solidFill>
              </a:defRPr>
            </a:lvl8pPr>
            <a:lvl9pPr>
              <a:defRPr sz="1800" b="1">
                <a:solidFill>
                  <a:srgbClr val="2F6B4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F6B4F"/>
                </a:solidFill>
              </a:defRPr>
            </a:pPr>
            <a:r>
              <a:rPr sz="1800" b="1">
                <a:solidFill>
                  <a:srgbClr val="2F6B4F"/>
                </a:solidFill>
              </a:rPr>
              <a:t>Audit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D1CD49-7427-4696-BEEB-B4334793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143250"/>
            <a:ext cx="2171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5261F"/>
                </a:solidFill>
              </a:defRPr>
            </a:defPPr>
            <a:lvl1pPr>
              <a:defRPr sz="1425" b="0">
                <a:solidFill>
                  <a:srgbClr val="15261F"/>
                </a:solidFill>
              </a:defRPr>
            </a:lvl1pPr>
            <a:lvl2pPr>
              <a:defRPr sz="1425" b="0">
                <a:solidFill>
                  <a:srgbClr val="15261F"/>
                </a:solidFill>
              </a:defRPr>
            </a:lvl2pPr>
            <a:lvl3pPr>
              <a:defRPr sz="1425" b="0">
                <a:solidFill>
                  <a:srgbClr val="15261F"/>
                </a:solidFill>
              </a:defRPr>
            </a:lvl3pPr>
            <a:lvl4pPr>
              <a:defRPr sz="1425" b="0">
                <a:solidFill>
                  <a:srgbClr val="15261F"/>
                </a:solidFill>
              </a:defRPr>
            </a:lvl4pPr>
            <a:lvl5pPr>
              <a:defRPr sz="1425" b="0">
                <a:solidFill>
                  <a:srgbClr val="15261F"/>
                </a:solidFill>
              </a:defRPr>
            </a:lvl5pPr>
            <a:lvl6pPr>
              <a:defRPr sz="1425" b="0">
                <a:solidFill>
                  <a:srgbClr val="15261F"/>
                </a:solidFill>
              </a:defRPr>
            </a:lvl6pPr>
            <a:lvl7pPr>
              <a:defRPr sz="1425" b="0">
                <a:solidFill>
                  <a:srgbClr val="15261F"/>
                </a:solidFill>
              </a:defRPr>
            </a:lvl7pPr>
            <a:lvl8pPr>
              <a:defRPr sz="1425" b="0">
                <a:solidFill>
                  <a:srgbClr val="15261F"/>
                </a:solidFill>
              </a:defRPr>
            </a:lvl8pPr>
            <a:lvl9pPr>
              <a:defRPr sz="1425" b="0">
                <a:solidFill>
                  <a:srgbClr val="15261F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61F"/>
                </a:solidFill>
              </a:defRPr>
            </a:pPr>
            <a:r>
              <a:rPr sz="1425" b="0">
                <a:solidFill>
                  <a:srgbClr val="15261F"/>
                </a:solidFill>
              </a:rPr>
              <a:t>Open the full trace: question, tools, sources, tokens and latency.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93C806-6098-4767-A492-8D0A32AC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1E7D4"/>
          </a:solidFill>
          <a:ln xmlns:a="http://schemas.openxmlformats.org/drawingml/2006/main" w="9525">
            <a:solidFill>
              <a:srgbClr val="F1E7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B8AA2B-E26E-432A-BC17-9821320D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292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5261F"/>
                </a:solidFill>
              </a:defRPr>
            </a:defPPr>
            <a:lvl1pPr>
              <a:defRPr sz="1650" b="1">
                <a:solidFill>
                  <a:srgbClr val="15261F"/>
                </a:solidFill>
              </a:defRPr>
            </a:lvl1pPr>
            <a:lvl2pPr>
              <a:defRPr sz="1650" b="1">
                <a:solidFill>
                  <a:srgbClr val="15261F"/>
                </a:solidFill>
              </a:defRPr>
            </a:lvl2pPr>
            <a:lvl3pPr>
              <a:defRPr sz="1650" b="1">
                <a:solidFill>
                  <a:srgbClr val="15261F"/>
                </a:solidFill>
              </a:defRPr>
            </a:lvl3pPr>
            <a:lvl4pPr>
              <a:defRPr sz="1650" b="1">
                <a:solidFill>
                  <a:srgbClr val="15261F"/>
                </a:solidFill>
              </a:defRPr>
            </a:lvl4pPr>
            <a:lvl5pPr>
              <a:defRPr sz="1650" b="1">
                <a:solidFill>
                  <a:srgbClr val="15261F"/>
                </a:solidFill>
              </a:defRPr>
            </a:lvl5pPr>
            <a:lvl6pPr>
              <a:defRPr sz="1650" b="1">
                <a:solidFill>
                  <a:srgbClr val="15261F"/>
                </a:solidFill>
              </a:defRPr>
            </a:lvl6pPr>
            <a:lvl7pPr>
              <a:defRPr sz="1650" b="1">
                <a:solidFill>
                  <a:srgbClr val="15261F"/>
                </a:solidFill>
              </a:defRPr>
            </a:lvl7pPr>
            <a:lvl8pPr>
              <a:defRPr sz="1650" b="1">
                <a:solidFill>
                  <a:srgbClr val="15261F"/>
                </a:solidFill>
              </a:defRPr>
            </a:lvl8pPr>
            <a:lvl9pPr>
              <a:defRPr sz="1650" b="1">
                <a:solidFill>
                  <a:srgbClr val="15261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61F"/>
                </a:solidFill>
              </a:defRPr>
            </a:pPr>
            <a:r>
              <a:rPr sz="1650" b="1">
                <a:solidFill>
                  <a:srgbClr val="15261F"/>
                </a:solidFill>
              </a:rPr>
              <a:t>Fallback: a recorded video shows the same journey if the network, phone, LLM or MCP server fails during the defense.</a:t>
            </a:r>
          </a:p>
        </p:txBody>
      </p:sp>
    </p:spTree>
    <p:extLst>
      <p:ext uri="{BB962C8B-B14F-4D97-AF65-F5344CB8AC3E}">
        <p14:creationId xmlns:p14="http://schemas.microsoft.com/office/powerpoint/2010/main" val="16099472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F6B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0ADC50-5D63-4B27-A322-7992B7C2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48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9D8BE"/>
                </a:solidFill>
              </a:defRPr>
            </a:defPPr>
            <a:lvl1pPr>
              <a:defRPr sz="1350" b="1">
                <a:solidFill>
                  <a:srgbClr val="B9D8BE"/>
                </a:solidFill>
              </a:defRPr>
            </a:lvl1pPr>
            <a:lvl2pPr>
              <a:defRPr sz="1350" b="1">
                <a:solidFill>
                  <a:srgbClr val="B9D8BE"/>
                </a:solidFill>
              </a:defRPr>
            </a:lvl2pPr>
            <a:lvl3pPr>
              <a:defRPr sz="1350" b="1">
                <a:solidFill>
                  <a:srgbClr val="B9D8BE"/>
                </a:solidFill>
              </a:defRPr>
            </a:lvl3pPr>
            <a:lvl4pPr>
              <a:defRPr sz="1350" b="1">
                <a:solidFill>
                  <a:srgbClr val="B9D8BE"/>
                </a:solidFill>
              </a:defRPr>
            </a:lvl4pPr>
            <a:lvl5pPr>
              <a:defRPr sz="1350" b="1">
                <a:solidFill>
                  <a:srgbClr val="B9D8BE"/>
                </a:solidFill>
              </a:defRPr>
            </a:lvl5pPr>
            <a:lvl6pPr>
              <a:defRPr sz="1350" b="1">
                <a:solidFill>
                  <a:srgbClr val="B9D8BE"/>
                </a:solidFill>
              </a:defRPr>
            </a:lvl6pPr>
            <a:lvl7pPr>
              <a:defRPr sz="1350" b="1">
                <a:solidFill>
                  <a:srgbClr val="B9D8BE"/>
                </a:solidFill>
              </a:defRPr>
            </a:lvl7pPr>
            <a:lvl8pPr>
              <a:defRPr sz="1350" b="1">
                <a:solidFill>
                  <a:srgbClr val="B9D8BE"/>
                </a:solidFill>
              </a:defRPr>
            </a:lvl8pPr>
            <a:lvl9pPr>
              <a:defRPr sz="1350" b="1">
                <a:solidFill>
                  <a:srgbClr val="B9D8BE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9D8BE"/>
                </a:solidFill>
              </a:defRPr>
            </a:pPr>
            <a:r>
              <a:rPr sz="1350" b="1">
                <a:solidFill>
                  <a:srgbClr val="B9D8BE"/>
                </a:solidFill>
              </a:rPr>
              <a:t>ShopMate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69D5B-B914-404F-93A0-713AA53E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7620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</a:defRPr>
            </a:defPPr>
            <a:lvl1pPr>
              <a:defRPr sz="3600" b="1">
                <a:solidFill>
                  <a:srgbClr val="FFFFFF"/>
                </a:solidFill>
              </a:defRPr>
            </a:lvl1pPr>
            <a:lvl2pPr>
              <a:defRPr sz="3600" b="1">
                <a:solidFill>
                  <a:srgbClr val="FFFFFF"/>
                </a:solidFill>
              </a:defRPr>
            </a:lvl2pPr>
            <a:lvl3pPr>
              <a:defRPr sz="3600" b="1">
                <a:solidFill>
                  <a:srgbClr val="FFFFFF"/>
                </a:solidFill>
              </a:defRPr>
            </a:lvl3pPr>
            <a:lvl4pPr>
              <a:defRPr sz="3600" b="1">
                <a:solidFill>
                  <a:srgbClr val="FFFFFF"/>
                </a:solidFill>
              </a:defRPr>
            </a:lvl4pPr>
            <a:lvl5pPr>
              <a:defRPr sz="3600" b="1">
                <a:solidFill>
                  <a:srgbClr val="FFFFFF"/>
                </a:solidFill>
              </a:defRPr>
            </a:lvl5pPr>
            <a:lvl6pPr>
              <a:defRPr sz="3600" b="1">
                <a:solidFill>
                  <a:srgbClr val="FFFFFF"/>
                </a:solidFill>
              </a:defRPr>
            </a:lvl6pPr>
            <a:lvl7pPr>
              <a:defRPr sz="3600" b="1">
                <a:solidFill>
                  <a:srgbClr val="FFFFFF"/>
                </a:solidFill>
              </a:defRPr>
            </a:lvl7pPr>
            <a:lvl8pPr>
              <a:defRPr sz="3600" b="1">
                <a:solidFill>
                  <a:srgbClr val="FFFFFF"/>
                </a:solidFill>
              </a:defRPr>
            </a:lvl8pPr>
            <a:lvl9pPr>
              <a:defRPr sz="36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A store assistant that knows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where its answer comes from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62CBF-CFDA-46CA-9539-14BF8D01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1E7D4"/>
                </a:solidFill>
              </a:defRPr>
            </a:defPPr>
            <a:lvl1pPr>
              <a:defRPr sz="1650" b="1">
                <a:solidFill>
                  <a:srgbClr val="F1E7D4"/>
                </a:solidFill>
              </a:defRPr>
            </a:lvl1pPr>
            <a:lvl2pPr>
              <a:defRPr sz="1650" b="1">
                <a:solidFill>
                  <a:srgbClr val="F1E7D4"/>
                </a:solidFill>
              </a:defRPr>
            </a:lvl2pPr>
            <a:lvl3pPr>
              <a:defRPr sz="1650" b="1">
                <a:solidFill>
                  <a:srgbClr val="F1E7D4"/>
                </a:solidFill>
              </a:defRPr>
            </a:lvl3pPr>
            <a:lvl4pPr>
              <a:defRPr sz="1650" b="1">
                <a:solidFill>
                  <a:srgbClr val="F1E7D4"/>
                </a:solidFill>
              </a:defRPr>
            </a:lvl4pPr>
            <a:lvl5pPr>
              <a:defRPr sz="1650" b="1">
                <a:solidFill>
                  <a:srgbClr val="F1E7D4"/>
                </a:solidFill>
              </a:defRPr>
            </a:lvl5pPr>
            <a:lvl6pPr>
              <a:defRPr sz="1650" b="1">
                <a:solidFill>
                  <a:srgbClr val="F1E7D4"/>
                </a:solidFill>
              </a:defRPr>
            </a:lvl6pPr>
            <a:lvl7pPr>
              <a:defRPr sz="1650" b="1">
                <a:solidFill>
                  <a:srgbClr val="F1E7D4"/>
                </a:solidFill>
              </a:defRPr>
            </a:lvl7pPr>
            <a:lvl8pPr>
              <a:defRPr sz="1650" b="1">
                <a:solidFill>
                  <a:srgbClr val="F1E7D4"/>
                </a:solidFill>
              </a:defRPr>
            </a:lvl8pPr>
            <a:lvl9pPr>
              <a:defRPr sz="1650" b="1">
                <a:solidFill>
                  <a:srgbClr val="F1E7D4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1E7D4"/>
                </a:solidFill>
              </a:defRPr>
            </a:pPr>
            <a:r>
              <a:rPr sz="1650" b="1">
                <a:solidFill>
                  <a:srgbClr val="F1E7D4"/>
                </a:solidFill>
              </a:rPr>
              <a:t>Key defense points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D100AE-F58B-47D1-A322-C2AD051B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0025"/>
            <a:ext cx="7667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FFFFF"/>
                </a:solidFill>
              </a:defRPr>
            </a:defPPr>
            <a:lvl1pPr>
              <a:defRPr sz="1800" b="0">
                <a:solidFill>
                  <a:srgbClr val="FFFFFF"/>
                </a:solidFill>
              </a:defRPr>
            </a:lvl1pPr>
            <a:lvl2pPr>
              <a:defRPr sz="1800" b="0">
                <a:solidFill>
                  <a:srgbClr val="FFFFFF"/>
                </a:solidFill>
              </a:defRPr>
            </a:lvl2pPr>
            <a:lvl3pPr>
              <a:defRPr sz="1800" b="0">
                <a:solidFill>
                  <a:srgbClr val="FFFFFF"/>
                </a:solidFill>
              </a:defRPr>
            </a:lvl3pPr>
            <a:lvl4pPr>
              <a:defRPr sz="1800" b="0">
                <a:solidFill>
                  <a:srgbClr val="FFFFFF"/>
                </a:solidFill>
              </a:defRPr>
            </a:lvl4pPr>
            <a:lvl5pPr>
              <a:defRPr sz="1800" b="0">
                <a:solidFill>
                  <a:srgbClr val="FFFFFF"/>
                </a:solidFill>
              </a:defRPr>
            </a:lvl5pPr>
            <a:lvl6pPr>
              <a:defRPr sz="1800" b="0">
                <a:solidFill>
                  <a:srgbClr val="FFFFFF"/>
                </a:solidFill>
              </a:defRPr>
            </a:lvl6pPr>
            <a:lvl7pPr>
              <a:defRPr sz="1800" b="0">
                <a:solidFill>
                  <a:srgbClr val="FFFFFF"/>
                </a:solidFill>
              </a:defRPr>
            </a:lvl7pPr>
            <a:lvl8pPr>
              <a:defRPr sz="1800" b="0">
                <a:solidFill>
                  <a:srgbClr val="FFFFFF"/>
                </a:solidFill>
              </a:defRPr>
            </a:lvl8pPr>
            <a:lvl9pPr>
              <a:defRPr sz="18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• RAG uses store documents and cites them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• Tools read live data and protect writes with confirmation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• JWT store context protects tenant data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• Audit logs make every agent turn reviewable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74C92-2BD2-43FD-9E4F-D1682335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24000"/>
            <a:ext cx="1905000" cy="2762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66B3D"/>
          </a:solidFill>
          <a:ln xmlns:a="http://schemas.openxmlformats.org/drawingml/2006/main" w="9525">
            <a:solidFill>
              <a:srgbClr val="D66B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88A3D0-E7A1-411E-ACB8-453E7228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38375"/>
            <a:ext cx="1257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FFFFF"/>
                </a:solidFill>
              </a:defRPr>
            </a:defPPr>
            <a:lvl1pPr>
              <a:defRPr sz="2250" b="1">
                <a:solidFill>
                  <a:srgbClr val="FFFFFF"/>
                </a:solidFill>
              </a:defRPr>
            </a:lvl1pPr>
            <a:lvl2pPr>
              <a:defRPr sz="2250" b="1">
                <a:solidFill>
                  <a:srgbClr val="FFFFFF"/>
                </a:solidFill>
              </a:defRPr>
            </a:lvl2pPr>
            <a:lvl3pPr>
              <a:defRPr sz="2250" b="1">
                <a:solidFill>
                  <a:srgbClr val="FFFFFF"/>
                </a:solidFill>
              </a:defRPr>
            </a:lvl3pPr>
            <a:lvl4pPr>
              <a:defRPr sz="2250" b="1">
                <a:solidFill>
                  <a:srgbClr val="FFFFFF"/>
                </a:solidFill>
              </a:defRPr>
            </a:lvl4pPr>
            <a:lvl5pPr>
              <a:defRPr sz="2250" b="1">
                <a:solidFill>
                  <a:srgbClr val="FFFFFF"/>
                </a:solidFill>
              </a:defRPr>
            </a:lvl5pPr>
            <a:lvl6pPr>
              <a:defRPr sz="2250" b="1">
                <a:solidFill>
                  <a:srgbClr val="FFFFFF"/>
                </a:solidFill>
              </a:defRPr>
            </a:lvl6pPr>
            <a:lvl7pPr>
              <a:defRPr sz="2250" b="1">
                <a:solidFill>
                  <a:srgbClr val="FFFFFF"/>
                </a:solidFill>
              </a:defRPr>
            </a:lvl7pPr>
            <a:lvl8pPr>
              <a:defRPr sz="2250" b="1">
                <a:solidFill>
                  <a:srgbClr val="FFFFFF"/>
                </a:solidFill>
              </a:defRPr>
            </a:lvl8pPr>
            <a:lvl9pPr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Ready for</a:t>
            </a:r>
          </a:p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the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05210E-50DE-4D8D-9EFC-B0696E0E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099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1E7D4"/>
                </a:solidFill>
              </a:defRPr>
            </a:defPPr>
            <a:lvl1pPr>
              <a:defRPr sz="1275" b="1">
                <a:solidFill>
                  <a:srgbClr val="F1E7D4"/>
                </a:solidFill>
              </a:defRPr>
            </a:lvl1pPr>
            <a:lvl2pPr>
              <a:defRPr sz="1275" b="1">
                <a:solidFill>
                  <a:srgbClr val="F1E7D4"/>
                </a:solidFill>
              </a:defRPr>
            </a:lvl2pPr>
            <a:lvl3pPr>
              <a:defRPr sz="1275" b="1">
                <a:solidFill>
                  <a:srgbClr val="F1E7D4"/>
                </a:solidFill>
              </a:defRPr>
            </a:lvl3pPr>
            <a:lvl4pPr>
              <a:defRPr sz="1275" b="1">
                <a:solidFill>
                  <a:srgbClr val="F1E7D4"/>
                </a:solidFill>
              </a:defRPr>
            </a:lvl4pPr>
            <a:lvl5pPr>
              <a:defRPr sz="1275" b="1">
                <a:solidFill>
                  <a:srgbClr val="F1E7D4"/>
                </a:solidFill>
              </a:defRPr>
            </a:lvl5pPr>
            <a:lvl6pPr>
              <a:defRPr sz="1275" b="1">
                <a:solidFill>
                  <a:srgbClr val="F1E7D4"/>
                </a:solidFill>
              </a:defRPr>
            </a:lvl6pPr>
            <a:lvl7pPr>
              <a:defRPr sz="1275" b="1">
                <a:solidFill>
                  <a:srgbClr val="F1E7D4"/>
                </a:solidFill>
              </a:defRPr>
            </a:lvl7pPr>
            <a:lvl8pPr>
              <a:defRPr sz="1275" b="1">
                <a:solidFill>
                  <a:srgbClr val="F1E7D4"/>
                </a:solidFill>
              </a:defRPr>
            </a:lvl8pPr>
            <a:lvl9pPr>
              <a:defRPr sz="1275" b="1">
                <a:solidFill>
                  <a:srgbClr val="F1E7D4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1E7D4"/>
                </a:solidFill>
              </a:defRPr>
            </a:pPr>
            <a:r>
              <a:rPr sz="1275" b="1">
                <a:solidFill>
                  <a:srgbClr val="F1E7D4"/>
                </a:solidFill>
              </a:rPr>
              <a:t>24 Oct 2026</a:t>
            </a:r>
          </a:p>
        </p:txBody>
      </p:sp>
    </p:spTree>
    <p:extLst>
      <p:ext uri="{BB962C8B-B14F-4D97-AF65-F5344CB8AC3E}">
        <p14:creationId xmlns:p14="http://schemas.microsoft.com/office/powerpoint/2010/main" val="20438630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2026-10-19T08:54:43.2140000Z</dcterms:created>
  <dcterms:modified xsi:type="dcterms:W3CDTF">2026-10-19T08:54:43.2140000Z</dcterms:modified>
</coreProperties>
</file>